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5" r:id="rId1"/>
    <p:sldMasterId id="2147483706" r:id="rId2"/>
  </p:sldMasterIdLst>
  <p:notesMasterIdLst>
    <p:notesMasterId r:id="rId45"/>
  </p:notesMasterIdLst>
  <p:sldIdLst>
    <p:sldId id="256" r:id="rId3"/>
    <p:sldId id="257" r:id="rId4"/>
    <p:sldId id="258" r:id="rId5"/>
    <p:sldId id="259" r:id="rId6"/>
    <p:sldId id="260" r:id="rId7"/>
    <p:sldId id="261" r:id="rId8"/>
    <p:sldId id="263" r:id="rId9"/>
    <p:sldId id="264" r:id="rId10"/>
    <p:sldId id="265" r:id="rId11"/>
    <p:sldId id="266"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Lst>
  <p:sldSz cx="9144000" cy="5143500" type="screen16x9"/>
  <p:notesSz cx="6858000" cy="9144000"/>
  <p:embeddedFontLst>
    <p:embeddedFont>
      <p:font typeface="Inter" panose="020B0604020202020204" charset="0"/>
      <p:regular r:id="rId46"/>
      <p:bold r:id="rId47"/>
      <p:italic r:id="rId48"/>
      <p:boldItalic r:id="rId49"/>
    </p:embeddedFont>
    <p:embeddedFont>
      <p:font typeface="Nunito" pitchFamily="2" charset="0"/>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C29AE5E-98D5-4F9B-A3A0-860BA3021D31}">
  <a:tblStyle styleId="{9C29AE5E-98D5-4F9B-A3A0-860BA3021D3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06" autoAdjust="0"/>
    <p:restoredTop sz="63616" autoAdjust="0"/>
  </p:normalViewPr>
  <p:slideViewPr>
    <p:cSldViewPr snapToGrid="0">
      <p:cViewPr varScale="1">
        <p:scale>
          <a:sx n="80" d="100"/>
          <a:sy n="80" d="100"/>
        </p:scale>
        <p:origin x="1325" y="6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3" Type="http://schemas.openxmlformats.org/officeDocument/2006/relationships/font" Target="fonts/font8.fntdata"/><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font" Target="fonts/font3.fntdata"/><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font" Target="fonts/font6.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1.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4.fntdata"/><Relationship Id="rId5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g3f69aa9844c_0_3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1" name="Google Shape;411;g3f69aa9844c_0_3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Welcome everyone to our project presentation Analyzing Crude Oil Quality and Global Heavy Oil Dependence and Modeling Market Disruption Risk, done in collaboration with our industry partner Chirality Research.</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3f69aa9844c_0_7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3f69aa9844c_0_7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Over the course of this presentation, we will introduce our research problem and some background knowledge. We will introduce our solution and our methodology. We will review our high-level results and analysis, and finally mention our limitations and next steps.</a:t>
            </a: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3f69aa9844c_0_1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9" name="Google Shape;449;g3f69aa9844c_0_1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Now to give some background information. The global crude oil market can be differentiated based on two factors, API Gravity and Sulfur Content. API Gravity is the most relevant factor for our research problem, specifically we’re looking at heavy crude oil. Heavy crude oil constitutes a large portion of Canada’s oil deposits, along with bitumen oil sands, which is also considered heavy for our purposes. Heavy crude oil may fly under the radar, but some pretty important products can be produced from it, such as marine fuel, bunker oil, and heavy distillates. There are also a number of production risks that cause vulnerability. Specific to heavy crude, it is more expensive and complex to refine, which reflects in discounted market prices. Additionally, oil producing countries such as Canada may be vulnerable to geopolitical disruptions such as wars or sanctions.</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3f6bf1c7930_1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4" name="Google Shape;474;g3f6bf1c7930_1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Now to briefly touch on the topic of production risks, we will look at some of the event scenarios we used in our modeling. The events can be divided into 4 categories, Geopolitical Conflicts, which includes wars involving oil producers as well as OPEC embargos. Localized Disruptions, which run the gamut from the Iranian Revolution and the Venezuelan General Strike to the Fort McMurray Wildfires, but is in all cases concentrated within one area. Sanctions on Oil producers, the main topic of which we’re looking at is US sanctions on Venezuela. And finally, New Pipeline Construction from Alberta to export markets. All of these events have different effects, but are similarly important to understanding how heavy crude oil production can be affected.</a:t>
            </a:r>
            <a:endParaRPr dirty="0"/>
          </a:p>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3f69aa9844c_0_1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0" name="Google Shape;500;g3f69aa9844c_0_1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Now to introduce our research problems, we looked at 5 questions in particular…</a:t>
            </a:r>
            <a:endParaRPr dirty="0"/>
          </a:p>
          <a:p>
            <a:pPr marL="0" lvl="0" indent="0" algn="l" rtl="0">
              <a:spcBef>
                <a:spcPts val="0"/>
              </a:spcBef>
              <a:spcAft>
                <a:spcPts val="0"/>
              </a:spcAft>
              <a:buNone/>
            </a:pPr>
            <a:r>
              <a:rPr lang="en" dirty="0"/>
              <a:t>How has the global mix of heavy crude changed over time?</a:t>
            </a:r>
            <a:endParaRPr dirty="0"/>
          </a:p>
          <a:p>
            <a:pPr marL="0" lvl="0" indent="0" algn="l" rtl="0">
              <a:spcBef>
                <a:spcPts val="0"/>
              </a:spcBef>
              <a:spcAft>
                <a:spcPts val="0"/>
              </a:spcAft>
              <a:buNone/>
            </a:pPr>
            <a:r>
              <a:rPr lang="en" dirty="0"/>
              <a:t>Which countries produce and consume heavy oil, and how has this changed across historical disruptions?</a:t>
            </a:r>
            <a:endParaRPr dirty="0"/>
          </a:p>
          <a:p>
            <a:pPr marL="0" lvl="0" indent="0" algn="l" rtl="0">
              <a:spcBef>
                <a:spcPts val="0"/>
              </a:spcBef>
              <a:spcAft>
                <a:spcPts val="0"/>
              </a:spcAft>
              <a:buNone/>
            </a:pPr>
            <a:r>
              <a:rPr lang="en" dirty="0"/>
              <a:t>How concentrated is global heavy crude production?</a:t>
            </a:r>
            <a:endParaRPr dirty="0"/>
          </a:p>
          <a:p>
            <a:pPr marL="0" lvl="0" indent="0" algn="l" rtl="0">
              <a:spcBef>
                <a:spcPts val="0"/>
              </a:spcBef>
              <a:spcAft>
                <a:spcPts val="0"/>
              </a:spcAft>
              <a:buNone/>
            </a:pPr>
            <a:r>
              <a:rPr lang="en" dirty="0"/>
              <a:t>Which countries are structurally dependent on heavy crude?</a:t>
            </a:r>
            <a:endParaRPr dirty="0"/>
          </a:p>
          <a:p>
            <a:pPr marL="0" lvl="0" indent="0" algn="l" rtl="0">
              <a:spcBef>
                <a:spcPts val="0"/>
              </a:spcBef>
              <a:spcAft>
                <a:spcPts val="0"/>
              </a:spcAft>
              <a:buNone/>
            </a:pPr>
            <a:r>
              <a:rPr lang="en" dirty="0"/>
              <a:t>And what strategic role could Canada play in mitigating future heavy crude shortages?</a:t>
            </a:r>
            <a:endParaRPr dirty="0"/>
          </a:p>
          <a:p>
            <a:pPr marL="0" lvl="0" indent="0" algn="l" rtl="0">
              <a:spcBef>
                <a:spcPts val="0"/>
              </a:spcBef>
              <a:spcAft>
                <a:spcPts val="0"/>
              </a:spcAft>
              <a:buNone/>
            </a:pPr>
            <a:r>
              <a:rPr lang="en" dirty="0"/>
              <a:t>Now I’ll turn it over to Michael.</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3f69aa9844c_0_1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3f69aa9844c_0_1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solidFill>
                <a:schemeClr val="dk1"/>
              </a:solidFill>
            </a:endParaRPr>
          </a:p>
          <a:p>
            <a:pPr marL="0" lvl="0" indent="0" algn="l" rtl="0">
              <a:spcBef>
                <a:spcPts val="0"/>
              </a:spcBef>
              <a:spcAft>
                <a:spcPts val="0"/>
              </a:spcAft>
              <a:buNone/>
            </a:pPr>
            <a:r>
              <a:rPr lang="en" dirty="0"/>
              <a:t>To answer the research questions, we employed a handful of data science and analytics tools to conduct an analysis on oil production, consumption, and trade for each of the countries we analyzed.</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And our high-level workflow was like this: first, we collected and engineered data, then conducted time series forecasting, analyzed scenarios, and finally assessed risk using an index.</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3f69aa9844c_0_37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3f69aa9844c_0_37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r>
              <a:rPr lang="en-US" dirty="0"/>
              <a:t>We used data from the EIA, which is the U.S. Energy Information Administration, for total oil production and consumption for most countries worldwide. It doesn’t include heavy crude data, so we had to estimate these numbers ourselves.</a:t>
            </a:r>
          </a:p>
          <a:p>
            <a:pPr marL="457200" lvl="0" indent="0" algn="l" rtl="0">
              <a:spcBef>
                <a:spcPts val="0"/>
              </a:spcBef>
              <a:spcAft>
                <a:spcPts val="0"/>
              </a:spcAft>
              <a:buNone/>
            </a:pPr>
            <a:endParaRPr lang="en-US" dirty="0"/>
          </a:p>
          <a:p>
            <a:pPr marL="457200" lvl="0" indent="0" algn="l" rtl="0">
              <a:spcBef>
                <a:spcPts val="0"/>
              </a:spcBef>
              <a:spcAft>
                <a:spcPts val="0"/>
              </a:spcAft>
              <a:buNone/>
            </a:pPr>
            <a:r>
              <a:rPr lang="en-US" dirty="0"/>
              <a:t>To do that we conducted research on specific oil basins and extraction in individual countries, using news articles, government press releases, and scholarly journals.</a:t>
            </a:r>
          </a:p>
          <a:p>
            <a:pPr marL="457200" lvl="0" indent="0" algn="l" rtl="0">
              <a:spcBef>
                <a:spcPts val="0"/>
              </a:spcBef>
              <a:spcAft>
                <a:spcPts val="0"/>
              </a:spcAft>
              <a:buNone/>
            </a:pPr>
            <a:endParaRPr lang="en-US" dirty="0"/>
          </a:p>
          <a:p>
            <a:pPr marL="457200" lvl="0" indent="0" algn="l" rtl="0">
              <a:spcBef>
                <a:spcPts val="0"/>
              </a:spcBef>
              <a:spcAft>
                <a:spcPts val="0"/>
              </a:spcAft>
              <a:buNone/>
            </a:pPr>
            <a:r>
              <a:rPr lang="en-US" dirty="0"/>
              <a:t>We also researched historical events that disrupted the production and consumption of oil within the past 50 years using EIA data and academic papers, to determine the duration and types of these events.</a:t>
            </a:r>
          </a:p>
          <a:p>
            <a:pPr marL="457200" lvl="0" indent="0" algn="l" rtl="0">
              <a:spcBef>
                <a:spcPts val="0"/>
              </a:spcBef>
              <a:spcAft>
                <a:spcPts val="0"/>
              </a:spcAft>
              <a:buNone/>
            </a:pPr>
            <a:endParaRPr lang="en-US" dirty="0"/>
          </a:p>
          <a:p>
            <a:pPr marL="457200" lvl="0" indent="0" algn="l" rtl="0">
              <a:spcBef>
                <a:spcPts val="0"/>
              </a:spcBef>
              <a:spcAft>
                <a:spcPts val="0"/>
              </a:spcAft>
              <a:buNone/>
            </a:pPr>
            <a:r>
              <a:rPr lang="en-US" dirty="0"/>
              <a:t>And finally we researched Canada’s oil trade partners using the Government of Canada’s ‘</a:t>
            </a:r>
            <a:r>
              <a:rPr lang="en-US" i="1" dirty="0"/>
              <a:t>Canadian International Merchandise Trade Web Application</a:t>
            </a:r>
            <a:r>
              <a:rPr lang="en-US" dirty="0"/>
              <a:t>’.</a:t>
            </a:r>
          </a:p>
          <a:p>
            <a:pPr marL="457200" lvl="0" indent="0" algn="l" rtl="0">
              <a:spcBef>
                <a:spcPts val="0"/>
              </a:spcBef>
              <a:spcAft>
                <a:spcPts val="0"/>
              </a:spcAft>
              <a:buNone/>
            </a:pPr>
            <a:endParaRPr lang="en-MY" dirty="0"/>
          </a:p>
          <a:p>
            <a:pPr marL="457200" lvl="0" indent="0" algn="l" rtl="0">
              <a:spcBef>
                <a:spcPts val="0"/>
              </a:spcBef>
              <a:spcAft>
                <a:spcPts val="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0"/>
        <p:cNvGrpSpPr/>
        <p:nvPr/>
      </p:nvGrpSpPr>
      <p:grpSpPr>
        <a:xfrm>
          <a:off x="0" y="0"/>
          <a:ext cx="0" cy="0"/>
          <a:chOff x="0" y="0"/>
          <a:chExt cx="0" cy="0"/>
        </a:xfrm>
      </p:grpSpPr>
      <p:sp>
        <p:nvSpPr>
          <p:cNvPr id="571" name="Google Shape;571;g3f69aa9844c_0_36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2" name="Google Shape;572;g3f69aa9844c_0_36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r>
              <a:rPr lang="en" dirty="0"/>
              <a:t>So what are we delivering to our industry partner?</a:t>
            </a:r>
            <a:endParaRPr dirty="0"/>
          </a:p>
          <a:p>
            <a:pPr marL="457200" lvl="0" indent="0" algn="l" rtl="0">
              <a:spcBef>
                <a:spcPts val="0"/>
              </a:spcBef>
              <a:spcAft>
                <a:spcPts val="0"/>
              </a:spcAft>
              <a:buNone/>
            </a:pPr>
            <a:endParaRPr dirty="0"/>
          </a:p>
          <a:p>
            <a:pPr marL="457200" lvl="0" indent="0" algn="l" rtl="0">
              <a:spcBef>
                <a:spcPts val="0"/>
              </a:spcBef>
              <a:spcAft>
                <a:spcPts val="0"/>
              </a:spcAft>
              <a:buNone/>
            </a:pPr>
            <a:r>
              <a:rPr lang="en" dirty="0"/>
              <a:t>Aside from our heavy crude estimates and research into historic disruption events,</a:t>
            </a:r>
            <a:endParaRPr dirty="0"/>
          </a:p>
          <a:p>
            <a:pPr marL="457200" lvl="0" indent="0" algn="l" rtl="0">
              <a:spcBef>
                <a:spcPts val="0"/>
              </a:spcBef>
              <a:spcAft>
                <a:spcPts val="0"/>
              </a:spcAft>
              <a:buNone/>
            </a:pPr>
            <a:endParaRPr dirty="0"/>
          </a:p>
          <a:p>
            <a:pPr marL="457200" lvl="0" indent="0" algn="l" rtl="0">
              <a:spcBef>
                <a:spcPts val="0"/>
              </a:spcBef>
              <a:spcAft>
                <a:spcPts val="0"/>
              </a:spcAft>
              <a:buNone/>
            </a:pPr>
            <a:r>
              <a:rPr lang="en" dirty="0"/>
              <a:t>We created an automated data pipeline and reproducible code library, within Databricks, using Python, SQL, and Spark.</a:t>
            </a:r>
            <a:endParaRPr dirty="0"/>
          </a:p>
          <a:p>
            <a:pPr marL="457200" lvl="0" indent="0" algn="l" rtl="0">
              <a:spcBef>
                <a:spcPts val="0"/>
              </a:spcBef>
              <a:spcAft>
                <a:spcPts val="0"/>
              </a:spcAft>
              <a:buNone/>
            </a:pPr>
            <a:endParaRPr dirty="0"/>
          </a:p>
          <a:p>
            <a:pPr marL="457200" lvl="0" indent="0" algn="l" rtl="0">
              <a:spcBef>
                <a:spcPts val="0"/>
              </a:spcBef>
              <a:spcAft>
                <a:spcPts val="0"/>
              </a:spcAft>
              <a:buNone/>
            </a:pPr>
            <a:r>
              <a:rPr lang="en" dirty="0"/>
              <a:t>We made an interactive dashboard with Power BI, that gathers together the analyses and forecasts we created this summer. </a:t>
            </a:r>
            <a:endParaRPr dirty="0"/>
          </a:p>
          <a:p>
            <a:pPr marL="457200" lvl="0" indent="0" algn="l" rtl="0">
              <a:spcBef>
                <a:spcPts val="0"/>
              </a:spcBef>
              <a:spcAft>
                <a:spcPts val="0"/>
              </a:spcAft>
              <a:buNone/>
            </a:pPr>
            <a:endParaRPr dirty="0"/>
          </a:p>
          <a:p>
            <a:pPr marL="457200" lvl="0" indent="0" algn="l" rtl="0">
              <a:spcBef>
                <a:spcPts val="0"/>
              </a:spcBef>
              <a:spcAft>
                <a:spcPts val="0"/>
              </a:spcAft>
              <a:buNone/>
            </a:pPr>
            <a:r>
              <a:rPr lang="en" dirty="0"/>
              <a:t>These forecasts are statistical time-series forecasts, a topic we learned briefly in our coursework this past year, but did not get opportunities to expand on until now.</a:t>
            </a:r>
            <a:endParaRPr dirty="0"/>
          </a:p>
          <a:p>
            <a:pPr marL="457200" lvl="0" indent="0" algn="l" rtl="0">
              <a:spcBef>
                <a:spcPts val="0"/>
              </a:spcBef>
              <a:spcAft>
                <a:spcPts val="0"/>
              </a:spcAft>
              <a:buNone/>
            </a:pPr>
            <a:endParaRPr dirty="0"/>
          </a:p>
          <a:p>
            <a:pPr marL="457200" lvl="0" indent="0" algn="l" rtl="0">
              <a:spcBef>
                <a:spcPts val="0"/>
              </a:spcBef>
              <a:spcAft>
                <a:spcPts val="0"/>
              </a:spcAft>
              <a:buNone/>
            </a:pPr>
            <a:r>
              <a:rPr lang="en" dirty="0"/>
              <a:t>And finally we’re delivering an index that quantifies a scenario’s risk to Canada’s oil industry.</a:t>
            </a:r>
            <a:endParaRPr dirty="0"/>
          </a:p>
          <a:p>
            <a:pPr marL="45720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g3f69aa9844c_0_1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3" name="Google Shape;583;g3f69aa9844c_0_1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Let’s take a high level look at how we created our</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Heavy crude estimation</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Time series forecasts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And risk index</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3f69aa9844c_0_4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g3f69aa9844c_0_4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As mentioned earlier, we had a source of total oil production for each country, but this project is interested in heavy oil. Unfortunately, data on production by oil gravity is not readily available for most countries, so we had to estimate it.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We researched each selected country’s oil industry, from the composition of their reserves to what is extracted.</a:t>
            </a:r>
            <a:endParaRPr dirty="0"/>
          </a:p>
          <a:p>
            <a:pPr marL="0" lvl="0" indent="0" algn="l" rtl="0">
              <a:spcBef>
                <a:spcPts val="0"/>
              </a:spcBef>
              <a:spcAft>
                <a:spcPts val="0"/>
              </a:spcAft>
              <a:buNone/>
            </a:pPr>
            <a:r>
              <a:rPr lang="en" dirty="0"/>
              <a:t>and we arrived at a percentage per year of how much of a country’s oil industry was extracting heavy crude.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We then multiplied that percentage by the total crude number to arrive at an estimate for heavy crude production per year.</a:t>
            </a: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g3f6bf1c7930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4" name="Google Shape;624;g3f6bf1c7930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dk1"/>
                </a:solidFill>
              </a:rPr>
              <a:t>Now, let’s take a high level look at how we produced our time series forecasts.</a:t>
            </a:r>
            <a:endParaRPr dirty="0">
              <a:solidFill>
                <a:schemeClr val="dk1"/>
              </a:solidFill>
            </a:endParaRPr>
          </a:p>
          <a:p>
            <a:pPr marL="457200" lvl="0" indent="-298450" algn="l" rtl="0">
              <a:spcBef>
                <a:spcPts val="0"/>
              </a:spcBef>
              <a:spcAft>
                <a:spcPts val="0"/>
              </a:spcAft>
              <a:buClr>
                <a:schemeClr val="dk1"/>
              </a:buClr>
              <a:buSzPts val="1100"/>
              <a:buAutoNum type="arabicParenR"/>
            </a:pPr>
            <a:r>
              <a:rPr lang="en" dirty="0">
                <a:solidFill>
                  <a:schemeClr val="dk1"/>
                </a:solidFill>
              </a:rPr>
              <a:t>We used the statistical models ARIMA and SARIMA, and the machine learning model Prophet to produce forecasts for each country’s heavy crude production and consumption, with a forecast horizon 5 years into the future.</a:t>
            </a:r>
            <a:endParaRPr dirty="0">
              <a:solidFill>
                <a:schemeClr val="dk1"/>
              </a:solidFill>
            </a:endParaRPr>
          </a:p>
          <a:p>
            <a:pPr marL="914400" lvl="1" indent="-298450" algn="l" rtl="0">
              <a:spcBef>
                <a:spcPts val="0"/>
              </a:spcBef>
              <a:spcAft>
                <a:spcPts val="0"/>
              </a:spcAft>
              <a:buClr>
                <a:schemeClr val="dk1"/>
              </a:buClr>
              <a:buSzPts val="1100"/>
              <a:buAutoNum type="alphaLcParenR"/>
            </a:pPr>
            <a:r>
              <a:rPr lang="en" dirty="0">
                <a:solidFill>
                  <a:schemeClr val="dk1"/>
                </a:solidFill>
              </a:rPr>
              <a:t>Parameters for ARIMA and SARIMA were optimized using a grid search function, utilizing AIC as the metric. </a:t>
            </a:r>
            <a:endParaRPr dirty="0">
              <a:solidFill>
                <a:schemeClr val="dk1"/>
              </a:solidFill>
            </a:endParaRPr>
          </a:p>
          <a:p>
            <a:pPr marL="914400" lvl="1" indent="-298450" algn="l" rtl="0">
              <a:spcBef>
                <a:spcPts val="0"/>
              </a:spcBef>
              <a:spcAft>
                <a:spcPts val="0"/>
              </a:spcAft>
              <a:buClr>
                <a:schemeClr val="dk1"/>
              </a:buClr>
              <a:buSzPts val="1100"/>
              <a:buAutoNum type="alphaLcParenR"/>
            </a:pPr>
            <a:r>
              <a:rPr lang="en" dirty="0">
                <a:solidFill>
                  <a:schemeClr val="dk1"/>
                </a:solidFill>
              </a:rPr>
              <a:t>The best models were selected automatically in our python script, by minimizing Mean Absolute Percentage Error.</a:t>
            </a:r>
            <a:endParaRPr dirty="0">
              <a:solidFill>
                <a:schemeClr val="dk1"/>
              </a:solidFill>
            </a:endParaRPr>
          </a:p>
          <a:p>
            <a:pPr marL="914400" lvl="0" indent="0" algn="l" rtl="0">
              <a:spcBef>
                <a:spcPts val="0"/>
              </a:spcBef>
              <a:spcAft>
                <a:spcPts val="0"/>
              </a:spcAft>
              <a:buNone/>
            </a:pPr>
            <a:endParaRPr dirty="0">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g3f6bf1c7930_0_3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1" name="Google Shape;631;g3f6bf1c7930_0_3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 addition to one baseline forecast for each Country, we produced forecasts for 29 other scenarios by adding exogenous, or external variables, for historical disruption events. </a:t>
            </a:r>
            <a:endParaRPr dirty="0"/>
          </a:p>
          <a:p>
            <a:pPr marL="0" lvl="0" indent="0" algn="l" rtl="0">
              <a:spcBef>
                <a:spcPts val="0"/>
              </a:spcBef>
              <a:spcAft>
                <a:spcPts val="0"/>
              </a:spcAft>
              <a:buNone/>
            </a:pPr>
            <a:r>
              <a:rPr lang="en" dirty="0"/>
              <a:t>And this variable is binary. It’s set to 0 during the periods when the event is NOT occurring and 1 when it is. Then, when modelling the forecast for a scenario, the exogenous variable is set to 1 in future years to create a forecast that is influenced by the event it’s based on.</a:t>
            </a:r>
            <a:endParaRPr dirty="0"/>
          </a:p>
          <a:p>
            <a:pPr marL="0" lvl="0" indent="0" algn="l" rtl="0">
              <a:spcBef>
                <a:spcPts val="0"/>
              </a:spcBef>
              <a:spcAft>
                <a:spcPts val="0"/>
              </a:spcAft>
              <a:buNone/>
            </a:pPr>
            <a:r>
              <a:rPr lang="en" dirty="0"/>
              <a:t>After modelling these scenarios, we could then compare a country’s baseline forecast to the scenario forecast, which we’ll see in the dashboard in a few moments.</a:t>
            </a: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g3f69aa9844c_0_41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9" name="Google Shape;639;g3f69aa9844c_0_41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But before that, we have one more methodology to mention, and that is the creation of the Risk Index, which is an indicator from 1 to 100 of a scenario’s risk to Canada’s current oil trade.</a:t>
            </a:r>
            <a:endParaRPr dirty="0"/>
          </a:p>
          <a:p>
            <a:pPr marL="0" lvl="0" indent="0" algn="l" rtl="0">
              <a:spcBef>
                <a:spcPts val="0"/>
              </a:spcBef>
              <a:spcAft>
                <a:spcPts val="0"/>
              </a:spcAft>
              <a:buNone/>
            </a:pPr>
            <a:r>
              <a:rPr lang="en" dirty="0"/>
              <a:t>And to do this, we created two metrics, shock and exposure. </a:t>
            </a:r>
            <a:endParaRPr dirty="0"/>
          </a:p>
          <a:p>
            <a:pPr marL="0" lvl="0" indent="0" algn="l" rtl="0">
              <a:spcBef>
                <a:spcPts val="0"/>
              </a:spcBef>
              <a:spcAft>
                <a:spcPts val="0"/>
              </a:spcAft>
              <a:buNone/>
            </a:pPr>
            <a:r>
              <a:rPr lang="en" dirty="0"/>
              <a:t>Shock represents the magnitude of the historical event.</a:t>
            </a:r>
            <a:endParaRPr dirty="0"/>
          </a:p>
          <a:p>
            <a:pPr marL="0" lvl="0" indent="0" algn="l" rtl="0">
              <a:spcBef>
                <a:spcPts val="0"/>
              </a:spcBef>
              <a:spcAft>
                <a:spcPts val="0"/>
              </a:spcAft>
              <a:buNone/>
            </a:pPr>
            <a:r>
              <a:rPr lang="en" dirty="0"/>
              <a:t>Whereas exposure represents Canada’s trade relationship to the country where the event occurs.</a:t>
            </a:r>
            <a:endParaRPr dirty="0"/>
          </a:p>
          <a:p>
            <a:pPr marL="0" lvl="0" indent="0" algn="l" rtl="0">
              <a:spcBef>
                <a:spcPts val="0"/>
              </a:spcBef>
              <a:spcAft>
                <a:spcPts val="0"/>
              </a:spcAft>
              <a:buNone/>
            </a:pPr>
            <a:r>
              <a:rPr lang="en" dirty="0"/>
              <a:t>Multiplied together we get t</a:t>
            </a:r>
            <a:r>
              <a:rPr lang="en" dirty="0">
                <a:solidFill>
                  <a:schemeClr val="dk1"/>
                </a:solidFill>
              </a:rPr>
              <a:t>he Risk Index that indicates the level of risk to Canada’s oil industry for each scenario.</a:t>
            </a:r>
            <a:endParaRPr dirty="0">
              <a:solidFill>
                <a:schemeClr val="dk1"/>
              </a:solidFill>
            </a:endParaRPr>
          </a:p>
          <a:p>
            <a:pPr marL="0" lvl="0" indent="0" algn="l" rtl="0">
              <a:spcBef>
                <a:spcPts val="0"/>
              </a:spcBef>
              <a:spcAft>
                <a:spcPts val="0"/>
              </a:spcAft>
              <a:buNone/>
            </a:pPr>
            <a:r>
              <a:rPr lang="en" dirty="0">
                <a:solidFill>
                  <a:schemeClr val="dk1"/>
                </a:solidFill>
              </a:rPr>
              <a:t>In the example scenario pictured here, the Index is 52 out of 100, with Canada’s demand outpacing imports due to an event that impacted a trade partner’s production.</a:t>
            </a:r>
            <a:endParaRPr dirty="0">
              <a:solidFill>
                <a:schemeClr val="dk1"/>
              </a:solidFill>
            </a:endParaRPr>
          </a:p>
          <a:p>
            <a:pPr marL="0" lvl="0" indent="0" algn="l" rtl="0">
              <a:spcBef>
                <a:spcPts val="0"/>
              </a:spcBef>
              <a:spcAft>
                <a:spcPts val="0"/>
              </a:spcAft>
              <a:buNone/>
            </a:pPr>
            <a:r>
              <a:rPr lang="en" dirty="0">
                <a:solidFill>
                  <a:schemeClr val="dk1"/>
                </a:solidFill>
              </a:rPr>
              <a:t>Now I’ll turn it over to Elaine to present our dashboard and results.</a:t>
            </a:r>
            <a:endParaRPr dirty="0">
              <a:solidFill>
                <a:schemeClr val="dk1"/>
              </a:solidFill>
            </a:endParaRPr>
          </a:p>
          <a:p>
            <a:pPr marL="0" lvl="0" indent="0" algn="l" rtl="0">
              <a:spcBef>
                <a:spcPts val="0"/>
              </a:spcBef>
              <a:spcAft>
                <a:spcPts val="0"/>
              </a:spcAft>
              <a:buClr>
                <a:schemeClr val="dk1"/>
              </a:buClr>
              <a:buSzPts val="1100"/>
              <a:buFont typeface="Arial"/>
              <a:buNone/>
            </a:pPr>
            <a:endParaRPr dirty="0">
              <a:solidFill>
                <a:schemeClr val="dk1"/>
              </a:solidFill>
            </a:endParaRPr>
          </a:p>
          <a:p>
            <a:pPr marL="0" lvl="0" indent="0" algn="l" rtl="0">
              <a:spcBef>
                <a:spcPts val="0"/>
              </a:spcBef>
              <a:spcAft>
                <a:spcPts val="0"/>
              </a:spcAft>
              <a:buClr>
                <a:schemeClr val="dk1"/>
              </a:buClr>
              <a:buSzPts val="1100"/>
              <a:buFont typeface="Arial"/>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3"/>
        <p:cNvGrpSpPr/>
        <p:nvPr/>
      </p:nvGrpSpPr>
      <p:grpSpPr>
        <a:xfrm>
          <a:off x="0" y="0"/>
          <a:ext cx="0" cy="0"/>
          <a:chOff x="0" y="0"/>
          <a:chExt cx="0" cy="0"/>
        </a:xfrm>
      </p:grpSpPr>
      <p:sp>
        <p:nvSpPr>
          <p:cNvPr id="654" name="Google Shape;654;g3f69aa9844c_0_1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5" name="Google Shape;655;g3f69aa9844c_0_1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dirty="0"/>
              <a:t>(Elaine)</a:t>
            </a:r>
            <a:endParaRPr sz="1200" dirty="0"/>
          </a:p>
          <a:p>
            <a:pPr marL="0" lvl="0" indent="0" algn="l" rtl="0">
              <a:spcBef>
                <a:spcPts val="0"/>
              </a:spcBef>
              <a:spcAft>
                <a:spcPts val="0"/>
              </a:spcAft>
              <a:buNone/>
            </a:pPr>
            <a:r>
              <a:rPr lang="en" sz="1200" dirty="0"/>
              <a:t>Thank you Michael. Now that we’ve walked through our methodology, </a:t>
            </a:r>
            <a:r>
              <a:rPr lang="en" sz="1200" dirty="0">
                <a:solidFill>
                  <a:schemeClr val="dk1"/>
                </a:solidFill>
              </a:rPr>
              <a:t>we’ll use some parts of the Power BI dashboard we’ve created to answer our research questions. (</a:t>
            </a:r>
            <a:r>
              <a:rPr lang="en" sz="1200" dirty="0">
                <a:solidFill>
                  <a:schemeClr val="dk1"/>
                </a:solidFill>
                <a:highlight>
                  <a:srgbClr val="FFFF00"/>
                </a:highlight>
              </a:rPr>
              <a:t>NEXT SLIDE</a:t>
            </a:r>
            <a:r>
              <a:rPr lang="en" sz="1200" dirty="0">
                <a:solidFill>
                  <a:schemeClr val="dk1"/>
                </a:solidFill>
              </a:rPr>
              <a:t>)</a:t>
            </a:r>
            <a:endParaRPr sz="1200" dirty="0">
              <a:solidFill>
                <a:schemeClr val="dk1"/>
              </a:solidFill>
            </a:endParaRPr>
          </a:p>
          <a:p>
            <a:pPr marL="0" lvl="0" indent="0" algn="l" rtl="0">
              <a:spcBef>
                <a:spcPts val="0"/>
              </a:spcBef>
              <a:spcAft>
                <a:spcPts val="0"/>
              </a:spcAft>
              <a:buNone/>
            </a:pPr>
            <a:endParaRPr sz="1200" dirty="0">
              <a:solidFill>
                <a:schemeClr val="dk1"/>
              </a:solidFill>
            </a:endParaRPr>
          </a:p>
          <a:p>
            <a:pPr marL="0" lvl="0" indent="0" algn="l" rtl="0">
              <a:spcBef>
                <a:spcPts val="0"/>
              </a:spcBef>
              <a:spcAft>
                <a:spcPts val="0"/>
              </a:spcAft>
              <a:buClr>
                <a:schemeClr val="dk1"/>
              </a:buClr>
              <a:buSzPts val="1100"/>
              <a:buFont typeface="Arial"/>
              <a:buNone/>
            </a:pPr>
            <a:r>
              <a:rPr lang="en" sz="1200" dirty="0">
                <a:solidFill>
                  <a:schemeClr val="dk1"/>
                </a:solidFill>
              </a:rPr>
              <a:t>To answer our first research question, </a:t>
            </a:r>
            <a:r>
              <a:rPr lang="en" sz="1200" b="1" i="1" dirty="0">
                <a:solidFill>
                  <a:schemeClr val="dk1"/>
                </a:solidFill>
              </a:rPr>
              <a:t>How the global mix of heavy crude has changed over time</a:t>
            </a:r>
            <a:r>
              <a:rPr lang="en" sz="1200" dirty="0">
                <a:solidFill>
                  <a:schemeClr val="dk1"/>
                </a:solidFill>
              </a:rPr>
              <a:t>, we’ll look at the </a:t>
            </a:r>
            <a:r>
              <a:rPr lang="en" sz="1200" dirty="0">
                <a:solidFill>
                  <a:schemeClr val="dk1"/>
                </a:solidFill>
                <a:highlight>
                  <a:srgbClr val="00FFFF"/>
                </a:highlight>
              </a:rPr>
              <a:t>Monthly Heavy vs Total Crude Production</a:t>
            </a:r>
            <a:r>
              <a:rPr lang="en" sz="1200" dirty="0">
                <a:solidFill>
                  <a:schemeClr val="dk1"/>
                </a:solidFill>
              </a:rPr>
              <a:t> view. (</a:t>
            </a:r>
            <a:r>
              <a:rPr lang="en" sz="1200" dirty="0">
                <a:solidFill>
                  <a:schemeClr val="dk1"/>
                </a:solidFill>
                <a:highlight>
                  <a:srgbClr val="FFFF00"/>
                </a:highlight>
              </a:rPr>
              <a:t>NEXT SLIDE</a:t>
            </a:r>
            <a:r>
              <a:rPr lang="en" sz="1200" dirty="0">
                <a:solidFill>
                  <a:schemeClr val="dk1"/>
                </a:solidFill>
              </a:rPr>
              <a:t>)</a:t>
            </a:r>
            <a:endParaRPr sz="1200" dirty="0">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p:cNvGrpSpPr/>
        <p:nvPr/>
      </p:nvGrpSpPr>
      <p:grpSpPr>
        <a:xfrm>
          <a:off x="0" y="0"/>
          <a:ext cx="0" cy="0"/>
          <a:chOff x="0" y="0"/>
          <a:chExt cx="0" cy="0"/>
        </a:xfrm>
      </p:grpSpPr>
      <p:sp>
        <p:nvSpPr>
          <p:cNvPr id="661" name="Google Shape;661;g3f6d777b245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2" name="Google Shape;662;g3f6d777b245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dirty="0">
                <a:solidFill>
                  <a:schemeClr val="dk1"/>
                </a:solidFill>
              </a:rPr>
              <a:t>Now that we’ve walked through our methodology, we’ll use some parts of the Power BI dashboard we’ve created to answer our research questions. To answer our first research question, </a:t>
            </a:r>
            <a:r>
              <a:rPr lang="en" sz="1200" b="1" i="1" dirty="0">
                <a:solidFill>
                  <a:schemeClr val="dk1"/>
                </a:solidFill>
              </a:rPr>
              <a:t>How the global mix of heavy crude has changed over time</a:t>
            </a:r>
            <a:r>
              <a:rPr lang="en" sz="1200" dirty="0">
                <a:solidFill>
                  <a:schemeClr val="dk1"/>
                </a:solidFill>
              </a:rPr>
              <a:t>, we’ll look at the </a:t>
            </a:r>
            <a:r>
              <a:rPr lang="en" sz="1200" dirty="0">
                <a:solidFill>
                  <a:schemeClr val="dk1"/>
                </a:solidFill>
                <a:highlight>
                  <a:srgbClr val="00FFFF"/>
                </a:highlight>
              </a:rPr>
              <a:t>Monthly Heavy vs Total Crude Production</a:t>
            </a:r>
            <a:r>
              <a:rPr lang="en" sz="1200" dirty="0">
                <a:solidFill>
                  <a:schemeClr val="dk1"/>
                </a:solidFill>
              </a:rPr>
              <a:t> chart.</a:t>
            </a:r>
            <a:endParaRPr sz="1200" dirty="0">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g3f6d777b245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9" name="Google Shape;669;g3f6d777b245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dirty="0">
                <a:solidFill>
                  <a:schemeClr val="dk1"/>
                </a:solidFill>
              </a:rPr>
              <a:t>This chart shows both the historical and forecasted production from 1973 to 2030. The </a:t>
            </a:r>
            <a:r>
              <a:rPr lang="en" sz="1200" b="1" dirty="0">
                <a:solidFill>
                  <a:schemeClr val="dk1"/>
                </a:solidFill>
              </a:rPr>
              <a:t>light blue</a:t>
            </a:r>
            <a:r>
              <a:rPr lang="en" sz="1200" dirty="0">
                <a:solidFill>
                  <a:schemeClr val="dk1"/>
                </a:solidFill>
              </a:rPr>
              <a:t> area represents </a:t>
            </a:r>
            <a:r>
              <a:rPr lang="en" sz="1200" b="1" dirty="0">
                <a:solidFill>
                  <a:schemeClr val="dk1"/>
                </a:solidFill>
              </a:rPr>
              <a:t>total crude</a:t>
            </a:r>
            <a:r>
              <a:rPr lang="en" sz="1200" dirty="0">
                <a:solidFill>
                  <a:schemeClr val="dk1"/>
                </a:solidFill>
              </a:rPr>
              <a:t>, and the</a:t>
            </a:r>
            <a:r>
              <a:rPr lang="en" sz="1200" b="1" dirty="0">
                <a:solidFill>
                  <a:schemeClr val="dk1"/>
                </a:solidFill>
              </a:rPr>
              <a:t> darker purple area</a:t>
            </a:r>
            <a:r>
              <a:rPr lang="en" sz="1200" dirty="0">
                <a:solidFill>
                  <a:schemeClr val="dk1"/>
                </a:solidFill>
              </a:rPr>
              <a:t> represents </a:t>
            </a:r>
            <a:r>
              <a:rPr lang="en" sz="1200" b="1" dirty="0">
                <a:solidFill>
                  <a:schemeClr val="dk1"/>
                </a:solidFill>
              </a:rPr>
              <a:t>heavy crude</a:t>
            </a:r>
            <a:r>
              <a:rPr lang="en" sz="1200" dirty="0">
                <a:solidFill>
                  <a:schemeClr val="dk1"/>
                </a:solidFill>
              </a:rPr>
              <a:t>. What we can see immediately is that total crude has grown steadily over the past five decades, while heavy crude has grown at a slower pace. </a:t>
            </a:r>
            <a:br>
              <a:rPr lang="en" sz="1200" dirty="0">
                <a:solidFill>
                  <a:schemeClr val="dk1"/>
                </a:solidFill>
              </a:rPr>
            </a:br>
            <a:r>
              <a:rPr lang="en" sz="1200" b="1" dirty="0">
                <a:solidFill>
                  <a:schemeClr val="dk1"/>
                </a:solidFill>
              </a:rPr>
              <a:t>Heavy crude remains a relatively small share of global production</a:t>
            </a:r>
            <a:r>
              <a:rPr lang="en" sz="1200" dirty="0">
                <a:solidFill>
                  <a:schemeClr val="dk1"/>
                </a:solidFill>
              </a:rPr>
              <a:t>, and although that share has increased over time, </a:t>
            </a:r>
            <a:endParaRPr sz="1200" dirty="0">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g3f6d777b245_0_2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5" name="Google Shape;685;g3f6d777b245_0_2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dirty="0">
                <a:solidFill>
                  <a:schemeClr val="dk1"/>
                </a:solidFill>
              </a:rPr>
              <a:t>it’s been fairly stable in the last decade. </a:t>
            </a:r>
            <a:endParaRPr sz="1200" dirty="0">
              <a:solidFill>
                <a:schemeClr val="dk1"/>
              </a:solidFill>
            </a:endParaRPr>
          </a:p>
          <a:p>
            <a:pPr marL="0" lvl="0" indent="0" algn="l" rtl="0">
              <a:spcBef>
                <a:spcPts val="0"/>
              </a:spcBef>
              <a:spcAft>
                <a:spcPts val="0"/>
              </a:spcAft>
              <a:buClr>
                <a:schemeClr val="dk1"/>
              </a:buClr>
              <a:buSzPts val="1100"/>
              <a:buFont typeface="Arial"/>
              <a:buNone/>
            </a:pPr>
            <a:endParaRPr sz="1200" dirty="0">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g3f6d777b245_0_2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2" name="Google Shape;702;g3f6d777b245_0_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chemeClr val="dk1"/>
                </a:solidFill>
              </a:rPr>
              <a:t>Looking ahead in the forecast, which is in the orange zone, shows the same pattern. Total crude is projected to keep climbing, while heavy crude grows more gradually, suggesting the global mix will remain dominated by lighter crude. This has real implications for refining capacity and for countries like Canada, that rely heavily on heavy‑crude markets. </a:t>
            </a:r>
            <a:endParaRPr sz="1200"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g3f6d777b245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9" name="Google Shape;719;g3f6d777b245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chemeClr val="dk1"/>
                </a:solidFill>
              </a:rPr>
              <a:t>To answer our second and third research question, </a:t>
            </a:r>
            <a:r>
              <a:rPr lang="en" sz="1200" b="1" i="1" dirty="0">
                <a:solidFill>
                  <a:schemeClr val="dk1"/>
                </a:solidFill>
              </a:rPr>
              <a:t>which countries produce and consume heavy oil, and how has this changed across historical disruptions</a:t>
            </a:r>
            <a:r>
              <a:rPr lang="en" sz="1200" dirty="0">
                <a:solidFill>
                  <a:schemeClr val="dk1"/>
                </a:solidFill>
              </a:rPr>
              <a:t> and </a:t>
            </a:r>
            <a:r>
              <a:rPr lang="en" sz="1200" b="1" i="1" dirty="0">
                <a:solidFill>
                  <a:schemeClr val="dk1"/>
                </a:solidFill>
              </a:rPr>
              <a:t>How concentrated is global heavy crude production?,</a:t>
            </a:r>
            <a:r>
              <a:rPr lang="en" sz="1200" dirty="0">
                <a:solidFill>
                  <a:schemeClr val="dk1"/>
                </a:solidFill>
              </a:rPr>
              <a:t> we’ll look at the </a:t>
            </a:r>
            <a:r>
              <a:rPr lang="en" sz="1200" dirty="0">
                <a:solidFill>
                  <a:schemeClr val="dk1"/>
                </a:solidFill>
                <a:highlight>
                  <a:srgbClr val="00FFFF"/>
                </a:highlight>
              </a:rPr>
              <a:t>Heavy Crude Consumption</a:t>
            </a:r>
            <a:r>
              <a:rPr lang="en" sz="1200" dirty="0">
                <a:solidFill>
                  <a:schemeClr val="dk1"/>
                </a:solidFill>
              </a:rPr>
              <a:t> and Production </a:t>
            </a:r>
            <a:r>
              <a:rPr lang="en" sz="1200" dirty="0">
                <a:solidFill>
                  <a:schemeClr val="dk1"/>
                </a:solidFill>
                <a:highlight>
                  <a:srgbClr val="00FFFF"/>
                </a:highlight>
              </a:rPr>
              <a:t>with Country ranks</a:t>
            </a:r>
            <a:r>
              <a:rPr lang="en" sz="1200" dirty="0">
                <a:solidFill>
                  <a:schemeClr val="dk1"/>
                </a:solidFill>
              </a:rPr>
              <a:t> dashboard. </a:t>
            </a:r>
            <a:endParaRPr sz="1200" dirty="0">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g3f6d777b245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6" name="Google Shape;726;g3f6d777b245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chemeClr val="dk1"/>
                </a:solidFill>
              </a:rPr>
              <a:t>On the </a:t>
            </a:r>
            <a:r>
              <a:rPr lang="en" sz="1200" b="1" dirty="0">
                <a:solidFill>
                  <a:schemeClr val="dk1"/>
                </a:solidFill>
                <a:highlight>
                  <a:srgbClr val="00FFFF"/>
                </a:highlight>
              </a:rPr>
              <a:t>consumption</a:t>
            </a:r>
            <a:r>
              <a:rPr lang="en" sz="1200" dirty="0">
                <a:solidFill>
                  <a:schemeClr val="dk1"/>
                </a:solidFill>
              </a:rPr>
              <a:t> side</a:t>
            </a:r>
            <a:endParaRPr sz="1200" dirty="0">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g3f6d777b245_0_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4" name="Google Shape;734;g3f6d777b245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dirty="0">
                <a:solidFill>
                  <a:schemeClr val="dk1"/>
                </a:solidFill>
              </a:rPr>
              <a:t>the </a:t>
            </a:r>
            <a:r>
              <a:rPr lang="en" sz="1200" b="1" dirty="0">
                <a:solidFill>
                  <a:schemeClr val="dk1"/>
                </a:solidFill>
              </a:rPr>
              <a:t>United States, China, and Singapore</a:t>
            </a:r>
            <a:r>
              <a:rPr lang="en" sz="1200" dirty="0">
                <a:solidFill>
                  <a:schemeClr val="dk1"/>
                </a:solidFill>
              </a:rPr>
              <a:t> consistently make up the largest shares of global consumption. </a:t>
            </a:r>
            <a:endParaRPr sz="1200" dirty="0">
              <a:solidFill>
                <a:schemeClr val="dk1"/>
              </a:solidFill>
            </a:endParaRPr>
          </a:p>
          <a:p>
            <a:pPr marL="0" lvl="0" indent="0" algn="l" rtl="0">
              <a:spcBef>
                <a:spcPts val="0"/>
              </a:spcBef>
              <a:spcAft>
                <a:spcPts val="0"/>
              </a:spcAft>
              <a:buClr>
                <a:schemeClr val="dk1"/>
              </a:buClr>
              <a:buSzPts val="1100"/>
              <a:buFont typeface="Arial"/>
              <a:buNone/>
            </a:pPr>
            <a:endParaRPr sz="1200" dirty="0">
              <a:solidFill>
                <a:schemeClr val="dk1"/>
              </a:solidFill>
            </a:endParaRPr>
          </a:p>
          <a:p>
            <a:pPr marL="0" lvl="0" indent="0" algn="l" rtl="0">
              <a:spcBef>
                <a:spcPts val="0"/>
              </a:spcBef>
              <a:spcAft>
                <a:spcPts val="0"/>
              </a:spcAft>
              <a:buClr>
                <a:schemeClr val="dk1"/>
              </a:buClr>
              <a:buSzPts val="1100"/>
              <a:buFont typeface="Arial"/>
              <a:buNone/>
            </a:pPr>
            <a:endParaRPr sz="1200" dirty="0">
              <a:solidFill>
                <a:schemeClr val="dk1"/>
              </a:solidFill>
            </a:endParaRPr>
          </a:p>
          <a:p>
            <a:pPr marL="0" lvl="0" indent="0" algn="l" rtl="0">
              <a:spcBef>
                <a:spcPts val="0"/>
              </a:spcBef>
              <a:spcAft>
                <a:spcPts val="0"/>
              </a:spcAft>
              <a:buNone/>
            </a:pPr>
            <a:endParaRPr sz="1200" dirty="0">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3f6d777b245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3" name="Google Shape;743;g3f6d777b245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chemeClr val="dk1"/>
                </a:solidFill>
              </a:rPr>
              <a:t>On the </a:t>
            </a:r>
            <a:r>
              <a:rPr lang="en" sz="1200" b="1" dirty="0">
                <a:solidFill>
                  <a:schemeClr val="dk1"/>
                </a:solidFill>
                <a:highlight>
                  <a:srgbClr val="00FFFF"/>
                </a:highlight>
              </a:rPr>
              <a:t>production</a:t>
            </a:r>
            <a:r>
              <a:rPr lang="en" sz="1200" dirty="0">
                <a:solidFill>
                  <a:schemeClr val="dk1"/>
                </a:solidFill>
              </a:rPr>
              <a:t> side, the picture is even more concentrated. </a:t>
            </a:r>
            <a:endParaRPr sz="1200" dirty="0">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9"/>
        <p:cNvGrpSpPr/>
        <p:nvPr/>
      </p:nvGrpSpPr>
      <p:grpSpPr>
        <a:xfrm>
          <a:off x="0" y="0"/>
          <a:ext cx="0" cy="0"/>
          <a:chOff x="0" y="0"/>
          <a:chExt cx="0" cy="0"/>
        </a:xfrm>
      </p:grpSpPr>
      <p:sp>
        <p:nvSpPr>
          <p:cNvPr id="750" name="Google Shape;750;g3f6d777b245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1" name="Google Shape;751;g3f6d777b245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b="1" dirty="0">
                <a:solidFill>
                  <a:schemeClr val="dk1"/>
                </a:solidFill>
              </a:rPr>
              <a:t>Canada</a:t>
            </a:r>
            <a:r>
              <a:rPr lang="en" sz="1200" dirty="0">
                <a:solidFill>
                  <a:schemeClr val="dk1"/>
                </a:solidFill>
              </a:rPr>
              <a:t> is by far the dominant producer of heavy crude, accounting for more than half of global supply and increasing its share over time. </a:t>
            </a:r>
            <a:endParaRPr sz="1200" dirty="0">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g3f6d777b245_0_2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0" name="Google Shape;760;g3f6d777b245_0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b="1" dirty="0">
                <a:solidFill>
                  <a:schemeClr val="dk1"/>
                </a:solidFill>
              </a:rPr>
              <a:t>Iraq and Venezuela</a:t>
            </a:r>
            <a:r>
              <a:rPr lang="en" sz="1200" dirty="0">
                <a:solidFill>
                  <a:schemeClr val="dk1"/>
                </a:solidFill>
              </a:rPr>
              <a:t> follow, but their production is much more sensitive to disruptions. Here I’ll show an example of what I mean</a:t>
            </a:r>
            <a:endParaRPr sz="1200" dirty="0">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g3f6d777b245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9" name="Google Shape;769;g3f6d777b245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chemeClr val="dk1"/>
                </a:solidFill>
              </a:rPr>
              <a:t>Over here we can see that </a:t>
            </a:r>
            <a:r>
              <a:rPr lang="en" sz="1200" b="1" dirty="0">
                <a:solidFill>
                  <a:schemeClr val="dk1"/>
                </a:solidFill>
              </a:rPr>
              <a:t>Venezuela’s</a:t>
            </a:r>
            <a:r>
              <a:rPr lang="en" sz="1200" dirty="0">
                <a:solidFill>
                  <a:schemeClr val="dk1"/>
                </a:solidFill>
              </a:rPr>
              <a:t> share drops sharply</a:t>
            </a:r>
            <a:endParaRPr lang="en-US" sz="1200" dirty="0">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g3f6d777b245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7" name="Google Shape;777;g3f6d777b245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chemeClr val="dk1"/>
                </a:solidFill>
              </a:rPr>
              <a:t>during political and economic crises, starting around 2017/2018</a:t>
            </a:r>
            <a:r>
              <a:rPr lang="en-US" sz="1200" dirty="0">
                <a:solidFill>
                  <a:schemeClr val="dk1"/>
                </a:solidFill>
              </a:rPr>
              <a:t>, </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3"/>
        <p:cNvGrpSpPr/>
        <p:nvPr/>
      </p:nvGrpSpPr>
      <p:grpSpPr>
        <a:xfrm>
          <a:off x="0" y="0"/>
          <a:ext cx="0" cy="0"/>
          <a:chOff x="0" y="0"/>
          <a:chExt cx="0" cy="0"/>
        </a:xfrm>
      </p:grpSpPr>
      <p:sp>
        <p:nvSpPr>
          <p:cNvPr id="784" name="Google Shape;784;g3f6d777b245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5" name="Google Shape;785;g3f6d777b245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chemeClr val="dk1"/>
                </a:solidFill>
              </a:rPr>
              <a:t>while within the same timeframe</a:t>
            </a:r>
            <a:endParaRPr sz="1200" dirty="0">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1"/>
        <p:cNvGrpSpPr/>
        <p:nvPr/>
      </p:nvGrpSpPr>
      <p:grpSpPr>
        <a:xfrm>
          <a:off x="0" y="0"/>
          <a:ext cx="0" cy="0"/>
          <a:chOff x="0" y="0"/>
          <a:chExt cx="0" cy="0"/>
        </a:xfrm>
      </p:grpSpPr>
      <p:sp>
        <p:nvSpPr>
          <p:cNvPr id="792" name="Google Shape;792;g3f6d777b245_0_3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3" name="Google Shape;793;g3f6d777b245_0_3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chemeClr val="dk1"/>
                </a:solidFill>
              </a:rPr>
              <a:t>Canada’s production remains steady or continues to grow.</a:t>
            </a:r>
            <a:endParaRPr sz="1200" dirty="0">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g3f6d777b245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1" name="Google Shape;801;g3f6d777b245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chemeClr val="dk1"/>
                </a:solidFill>
              </a:rPr>
              <a:t>Here let’s refer back to the heavy-crude production percentage‑share chart to answer our 3rd research question. The pattern here is very obvious. Canada stands out as the central player, while most other countries contribute only marginal amounts. </a:t>
            </a:r>
            <a:endParaRPr sz="1200" dirty="0">
              <a:solidFill>
                <a:schemeClr val="dk1"/>
              </a:solidFill>
            </a:endParaRPr>
          </a:p>
          <a:p>
            <a:pPr marL="0" lvl="0" indent="0" algn="l" rtl="0">
              <a:spcBef>
                <a:spcPts val="0"/>
              </a:spcBef>
              <a:spcAft>
                <a:spcPts val="0"/>
              </a:spcAft>
              <a:buNone/>
            </a:pPr>
            <a:endParaRPr sz="1200" dirty="0">
              <a:solidFill>
                <a:schemeClr val="dk1"/>
              </a:solidFill>
            </a:endParaRPr>
          </a:p>
          <a:p>
            <a:pPr marL="0" lvl="0" indent="0" algn="l" rtl="0">
              <a:spcBef>
                <a:spcPts val="0"/>
              </a:spcBef>
              <a:spcAft>
                <a:spcPts val="0"/>
              </a:spcAft>
              <a:buNone/>
            </a:pPr>
            <a:r>
              <a:rPr lang="en" sz="1200" dirty="0">
                <a:solidFill>
                  <a:schemeClr val="dk1"/>
                </a:solidFill>
              </a:rPr>
              <a:t>All in all, we can say that global heavy‑crude production is highly concentrated among just a few producers, with Canada shaping the market more than anyone else. </a:t>
            </a:r>
            <a:endParaRPr sz="1200" dirty="0">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9"/>
        <p:cNvGrpSpPr/>
        <p:nvPr/>
      </p:nvGrpSpPr>
      <p:grpSpPr>
        <a:xfrm>
          <a:off x="0" y="0"/>
          <a:ext cx="0" cy="0"/>
          <a:chOff x="0" y="0"/>
          <a:chExt cx="0" cy="0"/>
        </a:xfrm>
      </p:grpSpPr>
      <p:sp>
        <p:nvSpPr>
          <p:cNvPr id="810" name="Google Shape;810;g3f6d777b245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1" name="Google Shape;811;g3f6d777b245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chemeClr val="dk1"/>
                </a:solidFill>
              </a:rPr>
              <a:t>For our fourth research question, </a:t>
            </a:r>
            <a:r>
              <a:rPr lang="en" sz="1200" b="1" i="1" dirty="0">
                <a:solidFill>
                  <a:schemeClr val="dk1"/>
                </a:solidFill>
              </a:rPr>
              <a:t>which countries are structurally dependent on heavy crude?</a:t>
            </a:r>
            <a:r>
              <a:rPr lang="en" sz="1200" dirty="0">
                <a:solidFill>
                  <a:schemeClr val="dk1"/>
                </a:solidFill>
              </a:rPr>
              <a:t>,  the </a:t>
            </a:r>
            <a:r>
              <a:rPr lang="en" sz="1200" dirty="0">
                <a:solidFill>
                  <a:schemeClr val="dk1"/>
                </a:solidFill>
                <a:highlight>
                  <a:srgbClr val="FFFF00"/>
                </a:highlight>
              </a:rPr>
              <a:t>Net Balance</a:t>
            </a:r>
            <a:r>
              <a:rPr lang="en" sz="1200" dirty="0">
                <a:solidFill>
                  <a:schemeClr val="dk1"/>
                </a:solidFill>
              </a:rPr>
              <a:t> data gives us a clear picture of who the major heavy crude producer and consumers are. </a:t>
            </a:r>
            <a:endParaRPr sz="1200" dirty="0">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p:cNvGrpSpPr/>
        <p:nvPr/>
      </p:nvGrpSpPr>
      <p:grpSpPr>
        <a:xfrm>
          <a:off x="0" y="0"/>
          <a:ext cx="0" cy="0"/>
          <a:chOff x="0" y="0"/>
          <a:chExt cx="0" cy="0"/>
        </a:xfrm>
      </p:grpSpPr>
      <p:sp>
        <p:nvSpPr>
          <p:cNvPr id="817" name="Google Shape;817;g3f6d777b245_0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8" name="Google Shape;818;g3f6d777b245_0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chemeClr val="dk1"/>
                </a:solidFill>
              </a:rPr>
              <a:t>Countries with large positive balances, </a:t>
            </a:r>
            <a:endParaRPr sz="1200" dirty="0">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g3f6d777b245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6" name="Google Shape;826;g3f6d777b245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chemeClr val="dk1"/>
                </a:solidFill>
              </a:rPr>
              <a:t>like </a:t>
            </a:r>
            <a:r>
              <a:rPr lang="en" sz="1200" b="1" dirty="0">
                <a:solidFill>
                  <a:schemeClr val="dk1"/>
                </a:solidFill>
              </a:rPr>
              <a:t>Canada, Iraq, and Venezuela, </a:t>
            </a:r>
            <a:r>
              <a:rPr lang="en" sz="1200" dirty="0">
                <a:solidFill>
                  <a:schemeClr val="dk1"/>
                </a:solidFill>
              </a:rPr>
              <a:t>produce far more heavy crude than they consume. On the other hand, countries like </a:t>
            </a:r>
            <a:endParaRPr sz="1200" dirty="0">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g3f6d777b245_0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5" name="Google Shape;835;g3f6d777b245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b="1" dirty="0">
                <a:solidFill>
                  <a:schemeClr val="dk1"/>
                </a:solidFill>
              </a:rPr>
              <a:t>Singapore and Japan</a:t>
            </a:r>
            <a:r>
              <a:rPr lang="en" sz="1200" dirty="0">
                <a:solidFill>
                  <a:schemeClr val="dk1"/>
                </a:solidFill>
              </a:rPr>
              <a:t> consume much more</a:t>
            </a:r>
            <a:endParaRPr sz="1200" dirty="0">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2"/>
        <p:cNvGrpSpPr/>
        <p:nvPr/>
      </p:nvGrpSpPr>
      <p:grpSpPr>
        <a:xfrm>
          <a:off x="0" y="0"/>
          <a:ext cx="0" cy="0"/>
          <a:chOff x="0" y="0"/>
          <a:chExt cx="0" cy="0"/>
        </a:xfrm>
      </p:grpSpPr>
      <p:sp>
        <p:nvSpPr>
          <p:cNvPr id="843" name="Google Shape;843;g3f6d777b245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4" name="Google Shape;844;g3f6d777b245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chemeClr val="dk1"/>
                </a:solidFill>
              </a:rPr>
              <a:t>heavy crude than they produce, meaning they rely heavily on </a:t>
            </a:r>
            <a:r>
              <a:rPr lang="en" sz="1200" b="1" dirty="0">
                <a:solidFill>
                  <a:schemeClr val="dk1"/>
                </a:solidFill>
              </a:rPr>
              <a:t>imports</a:t>
            </a:r>
            <a:r>
              <a:rPr lang="en" sz="1200" dirty="0">
                <a:solidFill>
                  <a:schemeClr val="dk1"/>
                </a:solidFill>
              </a:rPr>
              <a:t> for their demand. </a:t>
            </a:r>
            <a:endParaRPr sz="1200" dirty="0">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g3f6d777b245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3" name="Google Shape;853;g3f6d777b245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chemeClr val="dk1"/>
                </a:solidFill>
              </a:rPr>
              <a:t>So structurally we can say that, Canada, Iraq, and Venezuela are dependent as producers, while Singapore, and Japan are dependent as consumers. </a:t>
            </a:r>
            <a:endParaRPr sz="1200" dirty="0">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g3f6d777b245_0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1" name="Google Shape;861;g3f6d777b245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dirty="0"/>
              <a:t>To answer our final research question, </a:t>
            </a:r>
            <a:r>
              <a:rPr lang="en" sz="1200" b="1" i="1" dirty="0"/>
              <a:t>what strategic role Canada could play in mitigating future heavy‑crude shortages,</a:t>
            </a:r>
            <a:r>
              <a:rPr lang="en" sz="1200" dirty="0"/>
              <a:t> we can go back to the </a:t>
            </a:r>
            <a:r>
              <a:rPr lang="en" sz="1200" dirty="0">
                <a:highlight>
                  <a:srgbClr val="FFFF00"/>
                </a:highlight>
              </a:rPr>
              <a:t>Net Balance</a:t>
            </a:r>
            <a:r>
              <a:rPr lang="en" sz="1200" dirty="0"/>
              <a:t> dashboard I’ve shown just now.  </a:t>
            </a:r>
            <a:endParaRPr sz="1200" dirty="0">
              <a:solidFill>
                <a:schemeClr val="dk1"/>
              </a:solidFill>
              <a:highlight>
                <a:srgbClr val="EA9999"/>
              </a:highlight>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g3f6d777b245_0_1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8" name="Google Shape;868;g3f6d777b245_0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Canada produces far more heavy crude than it consumes, which means we have a really high surplus to work with.  </a:t>
            </a:r>
            <a:endParaRPr sz="1200">
              <a:solidFill>
                <a:schemeClr val="dk1"/>
              </a:solidFill>
            </a:endParaRPr>
          </a:p>
          <a:p>
            <a:pPr marL="0" lvl="0" indent="0" algn="l" rtl="0">
              <a:spcBef>
                <a:spcPts val="0"/>
              </a:spcBef>
              <a:spcAft>
                <a:spcPts val="0"/>
              </a:spcAft>
              <a:buNone/>
            </a:pPr>
            <a:endParaRPr sz="1200">
              <a:solidFill>
                <a:schemeClr val="dk1"/>
              </a:solidFill>
            </a:endParaRPr>
          </a:p>
          <a:p>
            <a:pPr marL="0" lvl="0" indent="0" algn="l" rtl="0">
              <a:spcBef>
                <a:spcPts val="0"/>
              </a:spcBef>
              <a:spcAft>
                <a:spcPts val="0"/>
              </a:spcAft>
              <a:buNone/>
            </a:pPr>
            <a:r>
              <a:rPr lang="en" sz="1200">
                <a:solidFill>
                  <a:schemeClr val="dk1"/>
                </a:solidFill>
              </a:rPr>
              <a:t>So the natural question becomes: </a:t>
            </a:r>
            <a:r>
              <a:rPr lang="en" sz="1200" b="1">
                <a:solidFill>
                  <a:schemeClr val="dk1"/>
                </a:solidFill>
              </a:rPr>
              <a:t>what can Canada actually do with that surplus?</a:t>
            </a:r>
            <a:r>
              <a:rPr lang="en" sz="1200">
                <a:solidFill>
                  <a:schemeClr val="dk1"/>
                </a:solidFill>
              </a:rPr>
              <a:t> To answer that, we need to look at Canada’s heavy‑crude trade relationships, who we export to, how dependent those partners are, and what opportunities that creates. Let’s take a closer look.</a:t>
            </a:r>
            <a:endParaRPr sz="1200">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5"/>
        <p:cNvGrpSpPr/>
        <p:nvPr/>
      </p:nvGrpSpPr>
      <p:grpSpPr>
        <a:xfrm>
          <a:off x="0" y="0"/>
          <a:ext cx="0" cy="0"/>
          <a:chOff x="0" y="0"/>
          <a:chExt cx="0" cy="0"/>
        </a:xfrm>
      </p:grpSpPr>
      <p:sp>
        <p:nvSpPr>
          <p:cNvPr id="876" name="Google Shape;876;g3f6d777b245_0_2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7" name="Google Shape;877;g3f6d777b245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chemeClr val="dk1"/>
                </a:solidFill>
              </a:rPr>
              <a:t>Here shows current year’s data for Canada’s heavy crude trade</a:t>
            </a:r>
            <a:endParaRPr sz="1000" dirty="0">
              <a:solidFill>
                <a:schemeClr val="dk1"/>
              </a:solidFill>
              <a:highlight>
                <a:srgbClr val="FFFF00"/>
              </a:highlight>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3"/>
        <p:cNvGrpSpPr/>
        <p:nvPr/>
      </p:nvGrpSpPr>
      <p:grpSpPr>
        <a:xfrm>
          <a:off x="0" y="0"/>
          <a:ext cx="0" cy="0"/>
          <a:chOff x="0" y="0"/>
          <a:chExt cx="0" cy="0"/>
        </a:xfrm>
      </p:grpSpPr>
      <p:sp>
        <p:nvSpPr>
          <p:cNvPr id="884" name="Google Shape;884;g3f6d777b245_0_2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5" name="Google Shape;885;g3f6d777b245_0_2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chemeClr val="dk1"/>
                </a:solidFill>
              </a:rPr>
              <a:t>As we can see over here, we trade heavily with the US, approximately 88% of our heavy crude exports go directly to the US, with the remaining volumes spread across a few other countries. </a:t>
            </a:r>
            <a:endParaRPr sz="1200" dirty="0">
              <a:solidFill>
                <a:schemeClr val="dk1"/>
              </a:solidFill>
            </a:endParaRPr>
          </a:p>
          <a:p>
            <a:pPr marL="0" lvl="0" indent="0" algn="l" rtl="0">
              <a:spcBef>
                <a:spcPts val="0"/>
              </a:spcBef>
              <a:spcAft>
                <a:spcPts val="0"/>
              </a:spcAft>
              <a:buNone/>
            </a:pPr>
            <a:r>
              <a:rPr lang="en" sz="1200" dirty="0">
                <a:solidFill>
                  <a:schemeClr val="dk1"/>
                </a:solidFill>
              </a:rPr>
              <a:t>One thing to note is that there are actually other heavy-oil consumers, for example Japan, where Canada currently has little to no trade with at all, </a:t>
            </a:r>
            <a:endParaRPr sz="1200" dirty="0">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2"/>
        <p:cNvGrpSpPr/>
        <p:nvPr/>
      </p:nvGrpSpPr>
      <p:grpSpPr>
        <a:xfrm>
          <a:off x="0" y="0"/>
          <a:ext cx="0" cy="0"/>
          <a:chOff x="0" y="0"/>
          <a:chExt cx="0" cy="0"/>
        </a:xfrm>
      </p:grpSpPr>
      <p:sp>
        <p:nvSpPr>
          <p:cNvPr id="893" name="Google Shape;893;g3f6d777b245_0_2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4" name="Google Shape;894;g3f6d777b245_0_2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chemeClr val="dk1"/>
                </a:solidFill>
              </a:rPr>
              <a:t>as we can see they are not found in the list here. </a:t>
            </a:r>
            <a:endParaRPr sz="1200" dirty="0">
              <a:solidFill>
                <a:schemeClr val="dk1"/>
              </a:solidFill>
            </a:endParaRPr>
          </a:p>
          <a:p>
            <a:pPr marL="0" lvl="0" indent="0" algn="l" rtl="0">
              <a:spcBef>
                <a:spcPts val="0"/>
              </a:spcBef>
              <a:spcAft>
                <a:spcPts val="0"/>
              </a:spcAft>
              <a:buNone/>
            </a:pPr>
            <a:endParaRPr sz="1200" dirty="0">
              <a:solidFill>
                <a:schemeClr val="dk1"/>
              </a:solidFill>
            </a:endParaRPr>
          </a:p>
          <a:p>
            <a:pPr marL="0" lvl="0" indent="0" algn="l" rtl="0">
              <a:spcBef>
                <a:spcPts val="0"/>
              </a:spcBef>
              <a:spcAft>
                <a:spcPts val="0"/>
              </a:spcAft>
              <a:buNone/>
            </a:pPr>
            <a:r>
              <a:rPr lang="en" sz="1200" dirty="0">
                <a:solidFill>
                  <a:schemeClr val="dk1"/>
                </a:solidFill>
              </a:rPr>
              <a:t>This actually represents a real opportunity here. By expanding our heavy‑crude partnerships to countries that depend on imports, Canada could position itself as a reliable, stabilizing supplier whenever global shortages or disruptions occur. </a:t>
            </a:r>
            <a:endParaRPr sz="1200" dirty="0">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1"/>
        <p:cNvGrpSpPr/>
        <p:nvPr/>
      </p:nvGrpSpPr>
      <p:grpSpPr>
        <a:xfrm>
          <a:off x="0" y="0"/>
          <a:ext cx="0" cy="0"/>
          <a:chOff x="0" y="0"/>
          <a:chExt cx="0" cy="0"/>
        </a:xfrm>
      </p:grpSpPr>
      <p:sp>
        <p:nvSpPr>
          <p:cNvPr id="902" name="Google Shape;902;g3f6d777b245_0_2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3" name="Google Shape;903;g3f6d777b245_0_2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200" dirty="0">
                <a:solidFill>
                  <a:schemeClr val="dk1"/>
                </a:solidFill>
              </a:rPr>
              <a:t>Overall, the dashboard we’ve built is fully capable of answering all of our research questions, and what’s even better is that it actually reveals insights far beyond this, which you'll be able to explore through the interactive dashboard, but that’s a deeper dive we’ll save for another day. </a:t>
            </a:r>
            <a:endParaRPr sz="1200" dirty="0">
              <a:solidFill>
                <a:schemeClr val="dk1"/>
              </a:solidFill>
            </a:endParaRPr>
          </a:p>
          <a:p>
            <a:pPr marL="0" lvl="0" indent="0" algn="l" rtl="0">
              <a:spcBef>
                <a:spcPts val="0"/>
              </a:spcBef>
              <a:spcAft>
                <a:spcPts val="0"/>
              </a:spcAft>
              <a:buNone/>
            </a:pPr>
            <a:endParaRPr sz="1200" dirty="0">
              <a:solidFill>
                <a:schemeClr val="dk1"/>
              </a:solidFill>
            </a:endParaRPr>
          </a:p>
          <a:p>
            <a:pPr marL="0" lvl="0" indent="0" algn="l" rtl="0">
              <a:spcBef>
                <a:spcPts val="0"/>
              </a:spcBef>
              <a:spcAft>
                <a:spcPts val="0"/>
              </a:spcAft>
              <a:buClr>
                <a:schemeClr val="dk1"/>
              </a:buClr>
              <a:buSzPts val="1100"/>
              <a:buFont typeface="Arial"/>
              <a:buNone/>
            </a:pPr>
            <a:r>
              <a:rPr lang="en" sz="1200" dirty="0">
                <a:solidFill>
                  <a:schemeClr val="dk1"/>
                </a:solidFill>
              </a:rPr>
              <a:t>Next we’ll walk through some of our project limitations and potential next steps.  </a:t>
            </a:r>
            <a:endParaRPr sz="1200"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g3f69aa9844c_0_35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0" name="Google Shape;910;g3f69aa9844c_0_35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dirty="0">
                <a:solidFill>
                  <a:schemeClr val="dk1"/>
                </a:solidFill>
              </a:rPr>
              <a:t>Over the 12 weeks we’ve spent working on this project, we’ve made significant progress,   achieved many of our objectives,  and established a strong foundation for future work. </a:t>
            </a:r>
            <a:endParaRPr sz="1200" dirty="0">
              <a:solidFill>
                <a:schemeClr val="dk1"/>
              </a:solidFill>
            </a:endParaRPr>
          </a:p>
          <a:p>
            <a:pPr marL="0" lvl="0" indent="0" algn="l" rtl="0">
              <a:lnSpc>
                <a:spcPct val="115000"/>
              </a:lnSpc>
              <a:spcBef>
                <a:spcPts val="0"/>
              </a:spcBef>
              <a:spcAft>
                <a:spcPts val="0"/>
              </a:spcAft>
              <a:buNone/>
            </a:pPr>
            <a:r>
              <a:rPr lang="en" sz="1200" dirty="0">
                <a:solidFill>
                  <a:schemeClr val="dk1"/>
                </a:solidFill>
              </a:rPr>
              <a:t>From that work, we’ve identified a few key areas to focus on next.</a:t>
            </a:r>
            <a:endParaRPr sz="1200" dirty="0">
              <a:solidFill>
                <a:schemeClr val="dk1"/>
              </a:solidFill>
            </a:endParaRPr>
          </a:p>
          <a:p>
            <a:pPr marL="0" lvl="0" indent="0" algn="l" rtl="0">
              <a:lnSpc>
                <a:spcPct val="115000"/>
              </a:lnSpc>
              <a:spcBef>
                <a:spcPts val="0"/>
              </a:spcBef>
              <a:spcAft>
                <a:spcPts val="0"/>
              </a:spcAft>
              <a:buNone/>
            </a:pPr>
            <a:endParaRPr sz="1200" dirty="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dirty="0">
                <a:solidFill>
                  <a:schemeClr val="dk1"/>
                </a:solidFill>
              </a:rPr>
              <a:t>First we can look into improving either our country-level heavy-crude production assumptions, or we could use a more reliable proxy for heavy-crude production when direct data isn’t available.</a:t>
            </a:r>
            <a:endParaRPr sz="1200" dirty="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dirty="0">
                <a:solidFill>
                  <a:schemeClr val="dk1"/>
                </a:solidFill>
              </a:rPr>
              <a:t>We can dive deeper into the research of the expected heavy-crude production in a given country, especially where new extraction infrastructure might come online. This gives us a more realistic outlook than just simply extending past trends, which is what we had to rely on for some countries in this project.</a:t>
            </a:r>
            <a:endParaRPr sz="1200" dirty="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dirty="0">
                <a:solidFill>
                  <a:schemeClr val="dk1"/>
                </a:solidFill>
              </a:rPr>
              <a:t>We can also look into adding more external variables, like commodity prices, which could meaningfully improve our forecast accuracy and give us a better sense of how heavy‑crude production and consumption responds to broader market conditions.</a:t>
            </a:r>
            <a:endParaRPr sz="1200" dirty="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dirty="0">
                <a:solidFill>
                  <a:schemeClr val="dk1"/>
                </a:solidFill>
              </a:rPr>
              <a:t>There’s also room to optimize our Prophet models by experimenting with different parameter settings, training windows, and lag structures. Which would potentially help us better capture the dynamics of heavy‑crude trends.</a:t>
            </a:r>
            <a:endParaRPr sz="1200" dirty="0">
              <a:solidFill>
                <a:schemeClr val="dk1"/>
              </a:solidFill>
            </a:endParaRPr>
          </a:p>
          <a:p>
            <a:pPr marL="0" lvl="0" indent="0" algn="l" rtl="0">
              <a:lnSpc>
                <a:spcPct val="115000"/>
              </a:lnSpc>
              <a:spcBef>
                <a:spcPts val="0"/>
              </a:spcBef>
              <a:spcAft>
                <a:spcPts val="0"/>
              </a:spcAft>
              <a:buNone/>
            </a:pPr>
            <a:endParaRPr sz="1200" dirty="0">
              <a:solidFill>
                <a:schemeClr val="dk1"/>
              </a:solidFill>
            </a:endParaRPr>
          </a:p>
          <a:p>
            <a:pPr marL="0" lvl="0" indent="0" algn="l" rtl="0">
              <a:lnSpc>
                <a:spcPct val="115000"/>
              </a:lnSpc>
              <a:spcBef>
                <a:spcPts val="0"/>
              </a:spcBef>
              <a:spcAft>
                <a:spcPts val="0"/>
              </a:spcAft>
              <a:buNone/>
            </a:pPr>
            <a:r>
              <a:rPr lang="en" sz="1200" dirty="0">
                <a:solidFill>
                  <a:schemeClr val="dk1"/>
                </a:solidFill>
              </a:rPr>
              <a:t>This concludes our presentation. Thank you all for your time and attention! </a:t>
            </a:r>
            <a:endParaRPr lang="en-MY" sz="1200" dirty="0">
              <a:solidFill>
                <a:schemeClr val="dk1"/>
              </a:solidFill>
            </a:endParaRPr>
          </a:p>
          <a:p>
            <a:pPr marL="457200" lvl="0" indent="0" algn="l" rtl="0">
              <a:lnSpc>
                <a:spcPct val="115000"/>
              </a:lnSpc>
              <a:spcBef>
                <a:spcPts val="0"/>
              </a:spcBef>
              <a:spcAft>
                <a:spcPts val="0"/>
              </a:spcAft>
              <a:buNone/>
            </a:pPr>
            <a:endParaRPr sz="1200" dirty="0">
              <a:solidFill>
                <a:schemeClr val="dk1"/>
              </a:solidFill>
            </a:endParaRPr>
          </a:p>
          <a:p>
            <a:pPr marL="457200" lvl="0" indent="0" algn="l" rtl="0">
              <a:lnSpc>
                <a:spcPct val="115000"/>
              </a:lnSpc>
              <a:spcBef>
                <a:spcPts val="0"/>
              </a:spcBef>
              <a:spcAft>
                <a:spcPts val="0"/>
              </a:spcAft>
              <a:buNone/>
            </a:pPr>
            <a:br>
              <a:rPr lang="en" sz="1200" dirty="0">
                <a:solidFill>
                  <a:schemeClr val="dk1"/>
                </a:solidFill>
              </a:rPr>
            </a:br>
            <a:endParaRPr sz="1200" dirty="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dirty="0">
                <a:solidFill>
                  <a:schemeClr val="dk1"/>
                </a:solidFill>
                <a:highlight>
                  <a:srgbClr val="EA9999"/>
                </a:highlight>
              </a:rPr>
              <a:t>Beyond forecasting, we can also map out the broader network of global oil trade to capture indirect disruptions that could affect Canada and quantify how it effects the world as a whole.</a:t>
            </a:r>
            <a:endParaRPr sz="1200" dirty="0">
              <a:solidFill>
                <a:schemeClr val="dk1"/>
              </a:solidFill>
              <a:highlight>
                <a:srgbClr val="EA9999"/>
              </a:highlight>
            </a:endParaRPr>
          </a:p>
          <a:p>
            <a:pPr marL="457200" lvl="0" indent="-304800" algn="l" rtl="0">
              <a:lnSpc>
                <a:spcPct val="115000"/>
              </a:lnSpc>
              <a:spcBef>
                <a:spcPts val="0"/>
              </a:spcBef>
              <a:spcAft>
                <a:spcPts val="0"/>
              </a:spcAft>
              <a:buClr>
                <a:schemeClr val="dk1"/>
              </a:buClr>
              <a:buSzPts val="1200"/>
              <a:buChar char="●"/>
            </a:pPr>
            <a:r>
              <a:rPr lang="en" sz="1200" dirty="0">
                <a:solidFill>
                  <a:schemeClr val="dk1"/>
                </a:solidFill>
                <a:highlight>
                  <a:srgbClr val="EA9999"/>
                </a:highlight>
              </a:rPr>
              <a:t>And finally, there may be additional indicators worth incorporating into our Risk Index as we refine it further.</a:t>
            </a:r>
            <a:endParaRPr sz="1200" dirty="0">
              <a:solidFill>
                <a:schemeClr val="dk1"/>
              </a:solidFill>
              <a:highlight>
                <a:srgbClr val="EA9999"/>
              </a:highlight>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 Alt 1">
  <p:cSld name="BLANK_1_1">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284850" y="474875"/>
            <a:ext cx="4227300" cy="1154700"/>
          </a:xfrm>
          <a:prstGeom prst="rect">
            <a:avLst/>
          </a:prstGeom>
        </p:spPr>
        <p:txBody>
          <a:bodyPr spcFirstLastPara="1" wrap="square" lIns="0" tIns="0" rIns="0" bIns="0" anchor="t" anchorCtr="0">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a:endParaRPr/>
          </a:p>
        </p:txBody>
      </p:sp>
      <p:sp>
        <p:nvSpPr>
          <p:cNvPr id="60" name="Google Shape;60;p14"/>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61" name="Google Shape;61;p14"/>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14"/>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4"/>
          <p:cNvSpPr txBox="1">
            <a:spLocks noGrp="1"/>
          </p:cNvSpPr>
          <p:nvPr>
            <p:ph type="body" idx="1"/>
          </p:nvPr>
        </p:nvSpPr>
        <p:spPr>
          <a:xfrm>
            <a:off x="4629550" y="3479875"/>
            <a:ext cx="4227300" cy="923400"/>
          </a:xfrm>
          <a:prstGeom prst="rect">
            <a:avLst/>
          </a:prstGeom>
        </p:spPr>
        <p:txBody>
          <a:bodyPr spcFirstLastPara="1" wrap="square" lIns="182875" tIns="91425" rIns="182875" bIns="91425" anchor="t" anchorCtr="0">
            <a:noAutofit/>
          </a:bodyPr>
          <a:lstStyle>
            <a:lvl1pPr marL="457200" lvl="0" indent="-304800">
              <a:lnSpc>
                <a:spcPct val="100000"/>
              </a:lnSpc>
              <a:spcBef>
                <a:spcPts val="0"/>
              </a:spcBef>
              <a:spcAft>
                <a:spcPts val="0"/>
              </a:spcAft>
              <a:buSzPts val="1200"/>
              <a:buChar char="●"/>
              <a:defRPr/>
            </a:lvl1pPr>
            <a:lvl2pPr marL="914400" lvl="1" indent="-304800">
              <a:lnSpc>
                <a:spcPct val="100000"/>
              </a:lnSpc>
              <a:spcBef>
                <a:spcPts val="0"/>
              </a:spcBef>
              <a:spcAft>
                <a:spcPts val="0"/>
              </a:spcAft>
              <a:buSzPts val="1200"/>
              <a:buChar char="○"/>
              <a:defRPr/>
            </a:lvl2pPr>
            <a:lvl3pPr marL="1371600" lvl="2" indent="-304800">
              <a:lnSpc>
                <a:spcPct val="100000"/>
              </a:lnSpc>
              <a:spcBef>
                <a:spcPts val="0"/>
              </a:spcBef>
              <a:spcAft>
                <a:spcPts val="0"/>
              </a:spcAft>
              <a:buSzPts val="1200"/>
              <a:buChar char="■"/>
              <a:defRPr/>
            </a:lvl3pPr>
            <a:lvl4pPr marL="1828800" lvl="3" indent="-304800">
              <a:lnSpc>
                <a:spcPct val="100000"/>
              </a:lnSpc>
              <a:spcBef>
                <a:spcPts val="0"/>
              </a:spcBef>
              <a:spcAft>
                <a:spcPts val="0"/>
              </a:spcAft>
              <a:buSzPts val="1200"/>
              <a:buChar char="●"/>
              <a:defRPr/>
            </a:lvl4pPr>
            <a:lvl5pPr marL="2286000" lvl="4" indent="-304800">
              <a:lnSpc>
                <a:spcPct val="100000"/>
              </a:lnSpc>
              <a:spcBef>
                <a:spcPts val="0"/>
              </a:spcBef>
              <a:spcAft>
                <a:spcPts val="0"/>
              </a:spcAft>
              <a:buSzPts val="1200"/>
              <a:buChar char="○"/>
              <a:defRPr/>
            </a:lvl5pPr>
            <a:lvl6pPr marL="2743200" lvl="5" indent="-304800">
              <a:lnSpc>
                <a:spcPct val="100000"/>
              </a:lnSpc>
              <a:spcBef>
                <a:spcPts val="0"/>
              </a:spcBef>
              <a:spcAft>
                <a:spcPts val="0"/>
              </a:spcAft>
              <a:buSzPts val="1200"/>
              <a:buChar char="■"/>
              <a:defRPr/>
            </a:lvl6pPr>
            <a:lvl7pPr marL="3200400" lvl="6" indent="-304800">
              <a:lnSpc>
                <a:spcPct val="100000"/>
              </a:lnSpc>
              <a:spcBef>
                <a:spcPts val="0"/>
              </a:spcBef>
              <a:spcAft>
                <a:spcPts val="0"/>
              </a:spcAft>
              <a:buSzPts val="1200"/>
              <a:buChar char="●"/>
              <a:defRPr/>
            </a:lvl7pPr>
            <a:lvl8pPr marL="3657600" lvl="7" indent="-304800">
              <a:lnSpc>
                <a:spcPct val="100000"/>
              </a:lnSpc>
              <a:spcBef>
                <a:spcPts val="0"/>
              </a:spcBef>
              <a:spcAft>
                <a:spcPts val="0"/>
              </a:spcAft>
              <a:buSzPts val="1200"/>
              <a:buChar char="○"/>
              <a:defRPr/>
            </a:lvl8pPr>
            <a:lvl9pPr marL="4114800" lvl="8" indent="-304800">
              <a:lnSpc>
                <a:spcPct val="100000"/>
              </a:lnSpc>
              <a:spcBef>
                <a:spcPts val="0"/>
              </a:spcBef>
              <a:spcAft>
                <a:spcPts val="0"/>
              </a:spcAft>
              <a:buSzPts val="12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 Alt 2">
  <p:cSld name="BLANK_1_1_1_1_2">
    <p:bg>
      <p:bgPr>
        <a:solidFill>
          <a:schemeClr val="accent1"/>
        </a:solidFill>
        <a:effectLst/>
      </p:bgPr>
    </p:bg>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284850" y="285900"/>
            <a:ext cx="6423900" cy="587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a:endParaRPr/>
          </a:p>
        </p:txBody>
      </p:sp>
      <p:sp>
        <p:nvSpPr>
          <p:cNvPr id="66" name="Google Shape;66;p15"/>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marL="0" lvl="0" indent="0" algn="r" rtl="0">
              <a:spcBef>
                <a:spcPts val="0"/>
              </a:spcBef>
              <a:spcAft>
                <a:spcPts val="0"/>
              </a:spcAft>
              <a:buNone/>
            </a:pPr>
            <a:fld id="{00000000-1234-1234-1234-123412341234}" type="slidenum">
              <a:rPr lang="en"/>
              <a:t>‹#›</a:t>
            </a:fld>
            <a:endParaRPr/>
          </a:p>
        </p:txBody>
      </p:sp>
      <p:sp>
        <p:nvSpPr>
          <p:cNvPr id="67" name="Google Shape;67;p15"/>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15"/>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 Alt 3">
  <p:cSld name="BLANK_1_1_1_1_2_1">
    <p:spTree>
      <p:nvGrpSpPr>
        <p:cNvPr id="1" name="Shape 69"/>
        <p:cNvGrpSpPr/>
        <p:nvPr/>
      </p:nvGrpSpPr>
      <p:grpSpPr>
        <a:xfrm>
          <a:off x="0" y="0"/>
          <a:ext cx="0" cy="0"/>
          <a:chOff x="0" y="0"/>
          <a:chExt cx="0" cy="0"/>
        </a:xfrm>
      </p:grpSpPr>
      <p:sp>
        <p:nvSpPr>
          <p:cNvPr id="70" name="Google Shape;70;p16"/>
          <p:cNvSpPr txBox="1">
            <a:spLocks noGrp="1"/>
          </p:cNvSpPr>
          <p:nvPr>
            <p:ph type="title"/>
          </p:nvPr>
        </p:nvSpPr>
        <p:spPr>
          <a:xfrm>
            <a:off x="284850" y="285900"/>
            <a:ext cx="6423900" cy="587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a:endParaRPr/>
          </a:p>
        </p:txBody>
      </p:sp>
      <p:sp>
        <p:nvSpPr>
          <p:cNvPr id="71" name="Google Shape;71;p16"/>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marL="0" lvl="0" indent="0" algn="r" rtl="0">
              <a:spcBef>
                <a:spcPts val="0"/>
              </a:spcBef>
              <a:spcAft>
                <a:spcPts val="0"/>
              </a:spcAft>
              <a:buNone/>
            </a:pPr>
            <a:fld id="{00000000-1234-1234-1234-123412341234}" type="slidenum">
              <a:rPr lang="en"/>
              <a:t>‹#›</a:t>
            </a:fld>
            <a:endParaRPr/>
          </a:p>
        </p:txBody>
      </p:sp>
      <p:sp>
        <p:nvSpPr>
          <p:cNvPr id="72" name="Google Shape;72;p16"/>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16"/>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 Alt 4">
  <p:cSld name="BLANK_1_1_1_1_2_1_1">
    <p:bg>
      <p:bgPr>
        <a:solidFill>
          <a:schemeClr val="lt1"/>
        </a:solidFill>
        <a:effectLst/>
      </p:bgPr>
    </p:bg>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a:off x="284850" y="285900"/>
            <a:ext cx="6423900" cy="587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cxnSp>
        <p:nvCxnSpPr>
          <p:cNvPr id="76" name="Google Shape;76;p17"/>
          <p:cNvCxnSpPr/>
          <p:nvPr/>
        </p:nvCxnSpPr>
        <p:spPr>
          <a:xfrm>
            <a:off x="283850" y="4683734"/>
            <a:ext cx="8573100" cy="0"/>
          </a:xfrm>
          <a:prstGeom prst="straightConnector1">
            <a:avLst/>
          </a:prstGeom>
          <a:noFill/>
          <a:ln w="9525" cap="flat" cmpd="sng">
            <a:solidFill>
              <a:schemeClr val="dk1"/>
            </a:solidFill>
            <a:prstDash val="solid"/>
            <a:round/>
            <a:headEnd type="none" w="med" len="med"/>
            <a:tailEnd type="none" w="med" len="med"/>
          </a:ln>
        </p:spPr>
      </p:cxnSp>
      <p:sp>
        <p:nvSpPr>
          <p:cNvPr id="77" name="Google Shape;77;p17"/>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78" name="Google Shape;78;p17"/>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79" name="Google Shape;79;p17"/>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title and description - Alt 1">
  <p:cSld name="BLANK_1_1_1_1_1_1_1">
    <p:bg>
      <p:bgPr>
        <a:solidFill>
          <a:schemeClr val="lt1"/>
        </a:solidFill>
        <a:effectLst/>
      </p:bgPr>
    </p:bg>
    <p:spTree>
      <p:nvGrpSpPr>
        <p:cNvPr id="1" name="Shape 80"/>
        <p:cNvGrpSpPr/>
        <p:nvPr/>
      </p:nvGrpSpPr>
      <p:grpSpPr>
        <a:xfrm>
          <a:off x="0" y="0"/>
          <a:ext cx="0" cy="0"/>
          <a:chOff x="0" y="0"/>
          <a:chExt cx="0" cy="0"/>
        </a:xfrm>
      </p:grpSpPr>
      <p:cxnSp>
        <p:nvCxnSpPr>
          <p:cNvPr id="81" name="Google Shape;81;p18"/>
          <p:cNvCxnSpPr/>
          <p:nvPr/>
        </p:nvCxnSpPr>
        <p:spPr>
          <a:xfrm>
            <a:off x="283850" y="4683725"/>
            <a:ext cx="8573100" cy="0"/>
          </a:xfrm>
          <a:prstGeom prst="straightConnector1">
            <a:avLst/>
          </a:prstGeom>
          <a:noFill/>
          <a:ln w="9525" cap="flat" cmpd="sng">
            <a:solidFill>
              <a:schemeClr val="dk1"/>
            </a:solidFill>
            <a:prstDash val="solid"/>
            <a:round/>
            <a:headEnd type="none" w="med" len="med"/>
            <a:tailEnd type="none" w="med" len="med"/>
          </a:ln>
        </p:spPr>
      </p:cxnSp>
      <p:sp>
        <p:nvSpPr>
          <p:cNvPr id="82" name="Google Shape;82;p18"/>
          <p:cNvSpPr txBox="1">
            <a:spLocks noGrp="1"/>
          </p:cNvSpPr>
          <p:nvPr>
            <p:ph type="title"/>
          </p:nvPr>
        </p:nvSpPr>
        <p:spPr>
          <a:xfrm>
            <a:off x="283850" y="230676"/>
            <a:ext cx="6683700" cy="1236900"/>
          </a:xfrm>
          <a:prstGeom prst="rect">
            <a:avLst/>
          </a:prstGeom>
        </p:spPr>
        <p:txBody>
          <a:bodyPr spcFirstLastPara="1" wrap="square" lIns="0" tIns="91425" rIns="91425" bIns="91425" anchor="t" anchorCtr="0">
            <a:no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a:endParaRPr/>
          </a:p>
        </p:txBody>
      </p:sp>
      <p:sp>
        <p:nvSpPr>
          <p:cNvPr id="83" name="Google Shape;83;p18"/>
          <p:cNvSpPr txBox="1">
            <a:spLocks noGrp="1"/>
          </p:cNvSpPr>
          <p:nvPr>
            <p:ph type="subTitle" idx="1"/>
          </p:nvPr>
        </p:nvSpPr>
        <p:spPr>
          <a:xfrm>
            <a:off x="6214200" y="3602000"/>
            <a:ext cx="2386500" cy="804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a:endParaRPr/>
          </a:p>
        </p:txBody>
      </p:sp>
      <p:sp>
        <p:nvSpPr>
          <p:cNvPr id="84" name="Google Shape;84;p18"/>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85" name="Google Shape;85;p18"/>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a:endParaRPr/>
          </a:p>
        </p:txBody>
      </p:sp>
      <p:sp>
        <p:nvSpPr>
          <p:cNvPr id="86" name="Google Shape;86;p18"/>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a:endParaRPr/>
          </a:p>
        </p:txBody>
      </p:sp>
      <p:sp>
        <p:nvSpPr>
          <p:cNvPr id="87" name="Google Shape;87;p18"/>
          <p:cNvSpPr>
            <a:spLocks noGrp="1"/>
          </p:cNvSpPr>
          <p:nvPr>
            <p:ph type="pic" idx="4"/>
          </p:nvPr>
        </p:nvSpPr>
        <p:spPr>
          <a:xfrm>
            <a:off x="4629750" y="3386700"/>
            <a:ext cx="1328400" cy="12909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title and description - Alt 3">
  <p:cSld name="BLANK_3_1">
    <p:bg>
      <p:bgPr>
        <a:solidFill>
          <a:schemeClr val="accent3"/>
        </a:solidFill>
        <a:effectLst/>
      </p:bgPr>
    </p:bg>
    <p:spTree>
      <p:nvGrpSpPr>
        <p:cNvPr id="1" name="Shape 88"/>
        <p:cNvGrpSpPr/>
        <p:nvPr/>
      </p:nvGrpSpPr>
      <p:grpSpPr>
        <a:xfrm>
          <a:off x="0" y="0"/>
          <a:ext cx="0" cy="0"/>
          <a:chOff x="0" y="0"/>
          <a:chExt cx="0" cy="0"/>
        </a:xfrm>
      </p:grpSpPr>
      <p:sp>
        <p:nvSpPr>
          <p:cNvPr id="89" name="Google Shape;89;p19"/>
          <p:cNvSpPr/>
          <p:nvPr/>
        </p:nvSpPr>
        <p:spPr>
          <a:xfrm>
            <a:off x="3186050" y="288625"/>
            <a:ext cx="5670900" cy="2929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Inter"/>
              <a:ea typeface="Inter"/>
              <a:cs typeface="Inter"/>
              <a:sym typeface="Inter"/>
            </a:endParaRPr>
          </a:p>
        </p:txBody>
      </p:sp>
      <p:sp>
        <p:nvSpPr>
          <p:cNvPr id="90" name="Google Shape;90;p19"/>
          <p:cNvSpPr/>
          <p:nvPr/>
        </p:nvSpPr>
        <p:spPr>
          <a:xfrm>
            <a:off x="3499026" y="558338"/>
            <a:ext cx="5044948" cy="2389773"/>
          </a:xfrm>
          <a:custGeom>
            <a:avLst/>
            <a:gdLst/>
            <a:ahLst/>
            <a:cxnLst/>
            <a:rect l="l" t="t" r="r" b="b"/>
            <a:pathLst>
              <a:path w="47712" h="22601" extrusionOk="0">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nter"/>
              <a:ea typeface="Inter"/>
              <a:cs typeface="Inter"/>
              <a:sym typeface="Inter"/>
            </a:endParaRPr>
          </a:p>
        </p:txBody>
      </p:sp>
      <p:sp>
        <p:nvSpPr>
          <p:cNvPr id="91" name="Google Shape;91;p19"/>
          <p:cNvSpPr txBox="1">
            <a:spLocks noGrp="1"/>
          </p:cNvSpPr>
          <p:nvPr>
            <p:ph type="title"/>
          </p:nvPr>
        </p:nvSpPr>
        <p:spPr>
          <a:xfrm>
            <a:off x="283850" y="474875"/>
            <a:ext cx="2773200" cy="1585200"/>
          </a:xfrm>
          <a:prstGeom prst="rect">
            <a:avLst/>
          </a:prstGeom>
        </p:spPr>
        <p:txBody>
          <a:bodyPr spcFirstLastPara="1" wrap="square" lIns="0" tIns="91425" rIns="0" bIns="0" anchor="t" anchorCtr="0">
            <a:norm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a:endParaRPr/>
          </a:p>
        </p:txBody>
      </p:sp>
      <p:sp>
        <p:nvSpPr>
          <p:cNvPr id="92" name="Google Shape;92;p19"/>
          <p:cNvSpPr txBox="1">
            <a:spLocks noGrp="1"/>
          </p:cNvSpPr>
          <p:nvPr>
            <p:ph type="subTitle" idx="1"/>
          </p:nvPr>
        </p:nvSpPr>
        <p:spPr>
          <a:xfrm>
            <a:off x="284850" y="3602000"/>
            <a:ext cx="2773200" cy="8046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200"/>
              <a:buFont typeface="Inter"/>
              <a:buNone/>
              <a:defRPr sz="1200">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a:endParaRPr/>
          </a:p>
        </p:txBody>
      </p:sp>
      <p:sp>
        <p:nvSpPr>
          <p:cNvPr id="93" name="Google Shape;93;p19"/>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94" name="Google Shape;94;p19"/>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a:endParaRPr/>
          </a:p>
        </p:txBody>
      </p:sp>
      <p:sp>
        <p:nvSpPr>
          <p:cNvPr id="95" name="Google Shape;95;p19"/>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title and description - Alt 4">
  <p:cSld name="BLANK_3_1_1">
    <p:bg>
      <p:bgPr>
        <a:solidFill>
          <a:schemeClr val="accent1"/>
        </a:solidFill>
        <a:effectLst/>
      </p:bgPr>
    </p:bg>
    <p:spTree>
      <p:nvGrpSpPr>
        <p:cNvPr id="1" name="Shape 96"/>
        <p:cNvGrpSpPr/>
        <p:nvPr/>
      </p:nvGrpSpPr>
      <p:grpSpPr>
        <a:xfrm>
          <a:off x="0" y="0"/>
          <a:ext cx="0" cy="0"/>
          <a:chOff x="0" y="0"/>
          <a:chExt cx="0" cy="0"/>
        </a:xfrm>
      </p:grpSpPr>
      <p:sp>
        <p:nvSpPr>
          <p:cNvPr id="97" name="Google Shape;97;p20"/>
          <p:cNvSpPr txBox="1">
            <a:spLocks noGrp="1"/>
          </p:cNvSpPr>
          <p:nvPr>
            <p:ph type="title"/>
          </p:nvPr>
        </p:nvSpPr>
        <p:spPr>
          <a:xfrm>
            <a:off x="283850" y="474875"/>
            <a:ext cx="2773200" cy="1585200"/>
          </a:xfrm>
          <a:prstGeom prst="rect">
            <a:avLst/>
          </a:prstGeom>
        </p:spPr>
        <p:txBody>
          <a:bodyPr spcFirstLastPara="1" wrap="square" lIns="0" tIns="91425" rIns="0" bIns="0" anchor="t" anchorCtr="0">
            <a:norm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a:endParaRPr/>
          </a:p>
        </p:txBody>
      </p:sp>
      <p:sp>
        <p:nvSpPr>
          <p:cNvPr id="98" name="Google Shape;98;p20"/>
          <p:cNvSpPr txBox="1">
            <a:spLocks noGrp="1"/>
          </p:cNvSpPr>
          <p:nvPr>
            <p:ph type="subTitle" idx="1"/>
          </p:nvPr>
        </p:nvSpPr>
        <p:spPr>
          <a:xfrm>
            <a:off x="284850" y="3602000"/>
            <a:ext cx="2773200" cy="804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a:endParaRPr/>
          </a:p>
        </p:txBody>
      </p:sp>
      <p:sp>
        <p:nvSpPr>
          <p:cNvPr id="99" name="Google Shape;99;p20"/>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00" name="Google Shape;100;p20"/>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1" name="Google Shape;101;p20"/>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20"/>
          <p:cNvSpPr>
            <a:spLocks noGrp="1"/>
          </p:cNvSpPr>
          <p:nvPr>
            <p:ph type="pic" idx="4"/>
          </p:nvPr>
        </p:nvSpPr>
        <p:spPr>
          <a:xfrm>
            <a:off x="3185700" y="291263"/>
            <a:ext cx="5671200" cy="4387800"/>
          </a:xfrm>
          <a:prstGeom prst="rect">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 Alt 2">
  <p:cSld name="BLANK_1_1_1_1_1_1_1_1_1_1_2">
    <p:bg>
      <p:bgPr>
        <a:solidFill>
          <a:schemeClr val="lt1"/>
        </a:solidFill>
        <a:effectLst/>
      </p:bgPr>
    </p:bg>
    <p:spTree>
      <p:nvGrpSpPr>
        <p:cNvPr id="1" name="Shape 103"/>
        <p:cNvGrpSpPr/>
        <p:nvPr/>
      </p:nvGrpSpPr>
      <p:grpSpPr>
        <a:xfrm>
          <a:off x="0" y="0"/>
          <a:ext cx="0" cy="0"/>
          <a:chOff x="0" y="0"/>
          <a:chExt cx="0" cy="0"/>
        </a:xfrm>
      </p:grpSpPr>
      <p:sp>
        <p:nvSpPr>
          <p:cNvPr id="104" name="Google Shape;104;p21"/>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105" name="Google Shape;105;p21"/>
          <p:cNvSpPr txBox="1">
            <a:spLocks noGrp="1"/>
          </p:cNvSpPr>
          <p:nvPr>
            <p:ph type="title"/>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a:endParaRPr/>
          </a:p>
        </p:txBody>
      </p:sp>
      <p:sp>
        <p:nvSpPr>
          <p:cNvPr id="106" name="Google Shape;106;p21"/>
          <p:cNvSpPr txBox="1">
            <a:spLocks noGrp="1"/>
          </p:cNvSpPr>
          <p:nvPr>
            <p:ph type="title" idx="2"/>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Agenda - Alt 5">
  <p:cSld name="BLANK_1_1_1_1_1_1_1_1_1_1_1_2_1">
    <p:bg>
      <p:bgPr>
        <a:solidFill>
          <a:schemeClr val="lt1"/>
        </a:solidFill>
        <a:effectLst/>
      </p:bgPr>
    </p:bg>
    <p:spTree>
      <p:nvGrpSpPr>
        <p:cNvPr id="1" name="Shape 107"/>
        <p:cNvGrpSpPr/>
        <p:nvPr/>
      </p:nvGrpSpPr>
      <p:grpSpPr>
        <a:xfrm>
          <a:off x="0" y="0"/>
          <a:ext cx="0" cy="0"/>
          <a:chOff x="0" y="0"/>
          <a:chExt cx="0" cy="0"/>
        </a:xfrm>
      </p:grpSpPr>
      <p:sp>
        <p:nvSpPr>
          <p:cNvPr id="108" name="Google Shape;108;p22"/>
          <p:cNvSpPr txBox="1">
            <a:spLocks noGrp="1"/>
          </p:cNvSpPr>
          <p:nvPr>
            <p:ph type="title"/>
          </p:nvPr>
        </p:nvSpPr>
        <p:spPr>
          <a:xfrm>
            <a:off x="283850" y="285900"/>
            <a:ext cx="4227600" cy="309300"/>
          </a:xfrm>
          <a:prstGeom prst="rect">
            <a:avLst/>
          </a:prstGeom>
        </p:spPr>
        <p:txBody>
          <a:bodyPr spcFirstLastPara="1" wrap="square" lIns="0" tIns="0" rIns="0" bIns="0" anchor="t" anchorCtr="0">
            <a:spAutoFit/>
          </a:bodyPr>
          <a:lstStyle>
            <a:lvl1pPr lvl="0">
              <a:lnSpc>
                <a:spcPct val="70000"/>
              </a:lnSpc>
              <a:spcBef>
                <a:spcPts val="0"/>
              </a:spcBef>
              <a:spcAft>
                <a:spcPts val="0"/>
              </a:spcAft>
              <a:buNone/>
              <a:defRPr sz="1800">
                <a:solidFill>
                  <a:schemeClr val="dk1"/>
                </a:solidFill>
              </a:defRPr>
            </a:lvl1pPr>
            <a:lvl2pPr lvl="1">
              <a:lnSpc>
                <a:spcPct val="70000"/>
              </a:lnSpc>
              <a:spcBef>
                <a:spcPts val="0"/>
              </a:spcBef>
              <a:spcAft>
                <a:spcPts val="0"/>
              </a:spcAft>
              <a:buNone/>
              <a:defRPr sz="1800">
                <a:solidFill>
                  <a:schemeClr val="dk1"/>
                </a:solidFill>
              </a:defRPr>
            </a:lvl2pPr>
            <a:lvl3pPr lvl="2">
              <a:lnSpc>
                <a:spcPct val="70000"/>
              </a:lnSpc>
              <a:spcBef>
                <a:spcPts val="0"/>
              </a:spcBef>
              <a:spcAft>
                <a:spcPts val="0"/>
              </a:spcAft>
              <a:buNone/>
              <a:defRPr sz="1800">
                <a:solidFill>
                  <a:schemeClr val="dk1"/>
                </a:solidFill>
              </a:defRPr>
            </a:lvl3pPr>
            <a:lvl4pPr lvl="3">
              <a:lnSpc>
                <a:spcPct val="70000"/>
              </a:lnSpc>
              <a:spcBef>
                <a:spcPts val="0"/>
              </a:spcBef>
              <a:spcAft>
                <a:spcPts val="0"/>
              </a:spcAft>
              <a:buNone/>
              <a:defRPr sz="1800">
                <a:solidFill>
                  <a:schemeClr val="dk1"/>
                </a:solidFill>
              </a:defRPr>
            </a:lvl4pPr>
            <a:lvl5pPr lvl="4">
              <a:lnSpc>
                <a:spcPct val="70000"/>
              </a:lnSpc>
              <a:spcBef>
                <a:spcPts val="0"/>
              </a:spcBef>
              <a:spcAft>
                <a:spcPts val="0"/>
              </a:spcAft>
              <a:buNone/>
              <a:defRPr sz="1800">
                <a:solidFill>
                  <a:schemeClr val="dk1"/>
                </a:solidFill>
              </a:defRPr>
            </a:lvl5pPr>
            <a:lvl6pPr lvl="5">
              <a:lnSpc>
                <a:spcPct val="70000"/>
              </a:lnSpc>
              <a:spcBef>
                <a:spcPts val="0"/>
              </a:spcBef>
              <a:spcAft>
                <a:spcPts val="0"/>
              </a:spcAft>
              <a:buNone/>
              <a:defRPr sz="1800">
                <a:solidFill>
                  <a:schemeClr val="dk1"/>
                </a:solidFill>
              </a:defRPr>
            </a:lvl6pPr>
            <a:lvl7pPr lvl="6">
              <a:lnSpc>
                <a:spcPct val="70000"/>
              </a:lnSpc>
              <a:spcBef>
                <a:spcPts val="0"/>
              </a:spcBef>
              <a:spcAft>
                <a:spcPts val="0"/>
              </a:spcAft>
              <a:buNone/>
              <a:defRPr sz="1800">
                <a:solidFill>
                  <a:schemeClr val="dk1"/>
                </a:solidFill>
              </a:defRPr>
            </a:lvl7pPr>
            <a:lvl8pPr lvl="7">
              <a:lnSpc>
                <a:spcPct val="70000"/>
              </a:lnSpc>
              <a:spcBef>
                <a:spcPts val="0"/>
              </a:spcBef>
              <a:spcAft>
                <a:spcPts val="0"/>
              </a:spcAft>
              <a:buNone/>
              <a:defRPr sz="1800">
                <a:solidFill>
                  <a:schemeClr val="dk1"/>
                </a:solidFill>
              </a:defRPr>
            </a:lvl8pPr>
            <a:lvl9pPr lvl="8">
              <a:lnSpc>
                <a:spcPct val="70000"/>
              </a:lnSpc>
              <a:spcBef>
                <a:spcPts val="0"/>
              </a:spcBef>
              <a:spcAft>
                <a:spcPts val="0"/>
              </a:spcAft>
              <a:buNone/>
              <a:defRPr sz="1800">
                <a:solidFill>
                  <a:schemeClr val="dk1"/>
                </a:solidFill>
              </a:defRPr>
            </a:lvl9pPr>
          </a:lstStyle>
          <a:p>
            <a:endParaRPr/>
          </a:p>
        </p:txBody>
      </p:sp>
      <p:sp>
        <p:nvSpPr>
          <p:cNvPr id="109" name="Google Shape;109;p22"/>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110" name="Google Shape;110;p22"/>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11" name="Google Shape;111;p22"/>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12" name="Google Shape;112;p22"/>
          <p:cNvSpPr txBox="1">
            <a:spLocks noGrp="1"/>
          </p:cNvSpPr>
          <p:nvPr>
            <p:ph type="subTitle" idx="1"/>
          </p:nvPr>
        </p:nvSpPr>
        <p:spPr>
          <a:xfrm>
            <a:off x="1125100" y="2345400"/>
            <a:ext cx="5559300" cy="773700"/>
          </a:xfrm>
          <a:prstGeom prst="rect">
            <a:avLst/>
          </a:prstGeom>
        </p:spPr>
        <p:txBody>
          <a:bodyPr spcFirstLastPara="1" wrap="square" lIns="0" tIns="0" rIns="0" bIns="0" anchor="ctr" anchorCtr="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13" name="Google Shape;113;p22"/>
          <p:cNvSpPr txBox="1">
            <a:spLocks noGrp="1"/>
          </p:cNvSpPr>
          <p:nvPr>
            <p:ph type="subTitle" idx="4"/>
          </p:nvPr>
        </p:nvSpPr>
        <p:spPr>
          <a:xfrm flipH="1">
            <a:off x="6801950" y="2345400"/>
            <a:ext cx="2055000" cy="773700"/>
          </a:xfrm>
          <a:prstGeom prst="rect">
            <a:avLst/>
          </a:prstGeom>
        </p:spPr>
        <p:txBody>
          <a:bodyPr spcFirstLastPara="1" wrap="square" lIns="0" tIns="0" rIns="0" bIns="0" anchor="ctr" anchorCtr="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
        <p:nvSpPr>
          <p:cNvPr id="114" name="Google Shape;114;p22"/>
          <p:cNvSpPr txBox="1">
            <a:spLocks noGrp="1"/>
          </p:cNvSpPr>
          <p:nvPr>
            <p:ph type="subTitle" idx="5"/>
          </p:nvPr>
        </p:nvSpPr>
        <p:spPr>
          <a:xfrm>
            <a:off x="1125100" y="1555600"/>
            <a:ext cx="5559300" cy="773700"/>
          </a:xfrm>
          <a:prstGeom prst="rect">
            <a:avLst/>
          </a:prstGeom>
        </p:spPr>
        <p:txBody>
          <a:bodyPr spcFirstLastPara="1" wrap="square" lIns="0" tIns="0" rIns="0" bIns="0" anchor="ctr" anchorCtr="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15" name="Google Shape;115;p22"/>
          <p:cNvSpPr txBox="1">
            <a:spLocks noGrp="1"/>
          </p:cNvSpPr>
          <p:nvPr>
            <p:ph type="subTitle" idx="6"/>
          </p:nvPr>
        </p:nvSpPr>
        <p:spPr>
          <a:xfrm flipH="1">
            <a:off x="6801950" y="1555600"/>
            <a:ext cx="2055000" cy="773700"/>
          </a:xfrm>
          <a:prstGeom prst="rect">
            <a:avLst/>
          </a:prstGeom>
        </p:spPr>
        <p:txBody>
          <a:bodyPr spcFirstLastPara="1" wrap="square" lIns="0" tIns="0" rIns="0" bIns="0" anchor="ctr" anchorCtr="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
        <p:nvSpPr>
          <p:cNvPr id="116" name="Google Shape;116;p22"/>
          <p:cNvSpPr txBox="1">
            <a:spLocks noGrp="1"/>
          </p:cNvSpPr>
          <p:nvPr>
            <p:ph type="subTitle" idx="7"/>
          </p:nvPr>
        </p:nvSpPr>
        <p:spPr>
          <a:xfrm>
            <a:off x="1125100" y="3123163"/>
            <a:ext cx="5559300" cy="773700"/>
          </a:xfrm>
          <a:prstGeom prst="rect">
            <a:avLst/>
          </a:prstGeom>
        </p:spPr>
        <p:txBody>
          <a:bodyPr spcFirstLastPara="1" wrap="square" lIns="0" tIns="0" rIns="0" bIns="0" anchor="ctr" anchorCtr="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17" name="Google Shape;117;p22"/>
          <p:cNvSpPr txBox="1">
            <a:spLocks noGrp="1"/>
          </p:cNvSpPr>
          <p:nvPr>
            <p:ph type="subTitle" idx="8"/>
          </p:nvPr>
        </p:nvSpPr>
        <p:spPr>
          <a:xfrm flipH="1">
            <a:off x="6801950" y="3123163"/>
            <a:ext cx="2055000" cy="773700"/>
          </a:xfrm>
          <a:prstGeom prst="rect">
            <a:avLst/>
          </a:prstGeom>
        </p:spPr>
        <p:txBody>
          <a:bodyPr spcFirstLastPara="1" wrap="square" lIns="0" tIns="0" rIns="0" bIns="0" anchor="ctr" anchorCtr="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
        <p:nvSpPr>
          <p:cNvPr id="118" name="Google Shape;118;p22"/>
          <p:cNvSpPr txBox="1">
            <a:spLocks noGrp="1"/>
          </p:cNvSpPr>
          <p:nvPr>
            <p:ph type="subTitle" idx="9"/>
          </p:nvPr>
        </p:nvSpPr>
        <p:spPr>
          <a:xfrm>
            <a:off x="1125100" y="3902913"/>
            <a:ext cx="5559300" cy="773700"/>
          </a:xfrm>
          <a:prstGeom prst="rect">
            <a:avLst/>
          </a:prstGeom>
        </p:spPr>
        <p:txBody>
          <a:bodyPr spcFirstLastPara="1" wrap="square" lIns="0" tIns="0" rIns="0" bIns="0" anchor="ctr" anchorCtr="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19" name="Google Shape;119;p22"/>
          <p:cNvSpPr txBox="1">
            <a:spLocks noGrp="1"/>
          </p:cNvSpPr>
          <p:nvPr>
            <p:ph type="subTitle" idx="13"/>
          </p:nvPr>
        </p:nvSpPr>
        <p:spPr>
          <a:xfrm flipH="1">
            <a:off x="6801950" y="3902913"/>
            <a:ext cx="2055000" cy="773700"/>
          </a:xfrm>
          <a:prstGeom prst="rect">
            <a:avLst/>
          </a:prstGeom>
        </p:spPr>
        <p:txBody>
          <a:bodyPr spcFirstLastPara="1" wrap="square" lIns="0" tIns="0" rIns="0" bIns="0" anchor="ctr" anchorCtr="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body and image - Alt 3">
  <p:cSld name="CUSTOM_1">
    <p:bg>
      <p:bgPr>
        <a:solidFill>
          <a:schemeClr val="lt1"/>
        </a:solidFill>
        <a:effectLst/>
      </p:bgPr>
    </p:bg>
    <p:spTree>
      <p:nvGrpSpPr>
        <p:cNvPr id="1" name="Shape 120"/>
        <p:cNvGrpSpPr/>
        <p:nvPr/>
      </p:nvGrpSpPr>
      <p:grpSpPr>
        <a:xfrm>
          <a:off x="0" y="0"/>
          <a:ext cx="0" cy="0"/>
          <a:chOff x="0" y="0"/>
          <a:chExt cx="0" cy="0"/>
        </a:xfrm>
      </p:grpSpPr>
      <p:sp>
        <p:nvSpPr>
          <p:cNvPr id="121" name="Google Shape;121;p23"/>
          <p:cNvSpPr>
            <a:spLocks noGrp="1"/>
          </p:cNvSpPr>
          <p:nvPr>
            <p:ph type="pic" idx="2"/>
          </p:nvPr>
        </p:nvSpPr>
        <p:spPr>
          <a:xfrm>
            <a:off x="283850" y="2178075"/>
            <a:ext cx="4227600" cy="2505600"/>
          </a:xfrm>
          <a:prstGeom prst="rect">
            <a:avLst/>
          </a:prstGeom>
          <a:noFill/>
          <a:ln>
            <a:noFill/>
          </a:ln>
        </p:spPr>
      </p:sp>
      <p:sp>
        <p:nvSpPr>
          <p:cNvPr id="122" name="Google Shape;122;p23"/>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123" name="Google Shape;123;p23"/>
          <p:cNvSpPr txBox="1">
            <a:spLocks noGrp="1"/>
          </p:cNvSpPr>
          <p:nvPr>
            <p:ph type="title"/>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24" name="Google Shape;124;p23"/>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25" name="Google Shape;125;p23"/>
          <p:cNvSpPr txBox="1">
            <a:spLocks noGrp="1"/>
          </p:cNvSpPr>
          <p:nvPr>
            <p:ph type="title" idx="4"/>
          </p:nvPr>
        </p:nvSpPr>
        <p:spPr>
          <a:xfrm>
            <a:off x="283850" y="285900"/>
            <a:ext cx="56742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126" name="Google Shape;126;p23"/>
          <p:cNvSpPr txBox="1">
            <a:spLocks noGrp="1"/>
          </p:cNvSpPr>
          <p:nvPr>
            <p:ph type="body" idx="1"/>
          </p:nvPr>
        </p:nvSpPr>
        <p:spPr>
          <a:xfrm>
            <a:off x="4629300" y="2636275"/>
            <a:ext cx="4227600" cy="20472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127" name="Google Shape;127;p23"/>
          <p:cNvSpPr/>
          <p:nvPr/>
        </p:nvSpPr>
        <p:spPr>
          <a:xfrm rot="10800000">
            <a:off x="8020323" y="286810"/>
            <a:ext cx="836528" cy="836365"/>
          </a:xfrm>
          <a:custGeom>
            <a:avLst/>
            <a:gdLst/>
            <a:ahLst/>
            <a:cxnLst/>
            <a:rect l="l" t="t" r="r" b="b"/>
            <a:pathLst>
              <a:path w="32645" h="32645" extrusionOk="0">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nter"/>
              <a:ea typeface="Inter"/>
              <a:cs typeface="Inter"/>
              <a:sym typeface="Inte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body and image - Alt 4">
  <p:cSld name="BLANK_1_1_1_1_1_1_1_1_1_1_1_1_3">
    <p:bg>
      <p:bgPr>
        <a:solidFill>
          <a:schemeClr val="lt1"/>
        </a:solidFill>
        <a:effectLst/>
      </p:bgPr>
    </p:bg>
    <p:spTree>
      <p:nvGrpSpPr>
        <p:cNvPr id="1" name="Shape 128"/>
        <p:cNvGrpSpPr/>
        <p:nvPr/>
      </p:nvGrpSpPr>
      <p:grpSpPr>
        <a:xfrm>
          <a:off x="0" y="0"/>
          <a:ext cx="0" cy="0"/>
          <a:chOff x="0" y="0"/>
          <a:chExt cx="0" cy="0"/>
        </a:xfrm>
      </p:grpSpPr>
      <p:sp>
        <p:nvSpPr>
          <p:cNvPr id="129" name="Google Shape;129;p24"/>
          <p:cNvSpPr>
            <a:spLocks noGrp="1"/>
          </p:cNvSpPr>
          <p:nvPr>
            <p:ph type="pic" idx="2"/>
          </p:nvPr>
        </p:nvSpPr>
        <p:spPr>
          <a:xfrm>
            <a:off x="4629750" y="0"/>
            <a:ext cx="4227000" cy="4683600"/>
          </a:xfrm>
          <a:prstGeom prst="roundRect">
            <a:avLst>
              <a:gd name="adj" fmla="val 0"/>
            </a:avLst>
          </a:prstGeom>
          <a:noFill/>
          <a:ln>
            <a:noFill/>
          </a:ln>
        </p:spPr>
        <p:txBody>
          <a:bodyPr/>
          <a:lstStyle/>
          <a:p>
            <a:endParaRPr lang="en-MY"/>
          </a:p>
        </p:txBody>
      </p:sp>
      <p:sp>
        <p:nvSpPr>
          <p:cNvPr id="130" name="Google Shape;130;p24"/>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131" name="Google Shape;131;p24"/>
          <p:cNvSpPr txBox="1">
            <a:spLocks noGrp="1"/>
          </p:cNvSpPr>
          <p:nvPr>
            <p:ph type="title"/>
          </p:nvPr>
        </p:nvSpPr>
        <p:spPr>
          <a:xfrm>
            <a:off x="283850" y="285900"/>
            <a:ext cx="42276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132" name="Google Shape;132;p24"/>
          <p:cNvSpPr txBox="1">
            <a:spLocks noGrp="1"/>
          </p:cNvSpPr>
          <p:nvPr>
            <p:ph type="body" idx="1"/>
          </p:nvPr>
        </p:nvSpPr>
        <p:spPr>
          <a:xfrm>
            <a:off x="763175" y="2599225"/>
            <a:ext cx="3748800" cy="2084400"/>
          </a:xfrm>
          <a:prstGeom prst="rect">
            <a:avLst/>
          </a:prstGeom>
        </p:spPr>
        <p:txBody>
          <a:bodyPr spcFirstLastPara="1" wrap="square" lIns="0" tIns="0" rIns="0" bIns="0" anchor="t" anchorCtr="0">
            <a:noAutofit/>
          </a:bodyPr>
          <a:lstStyle>
            <a:lvl1pPr marL="457200" lvl="0" indent="-292100">
              <a:lnSpc>
                <a:spcPct val="100000"/>
              </a:lnSpc>
              <a:spcBef>
                <a:spcPts val="0"/>
              </a:spcBef>
              <a:spcAft>
                <a:spcPts val="0"/>
              </a:spcAft>
              <a:buClr>
                <a:schemeClr val="dk1"/>
              </a:buClr>
              <a:buSzPts val="1000"/>
              <a:buChar char="●"/>
              <a:defRPr sz="1000">
                <a:solidFill>
                  <a:schemeClr val="dk1"/>
                </a:solidFill>
              </a:defRPr>
            </a:lvl1pPr>
            <a:lvl2pPr marL="914400" lvl="1" indent="-292100">
              <a:lnSpc>
                <a:spcPct val="100000"/>
              </a:lnSpc>
              <a:spcBef>
                <a:spcPts val="0"/>
              </a:spcBef>
              <a:spcAft>
                <a:spcPts val="0"/>
              </a:spcAft>
              <a:buClr>
                <a:schemeClr val="dk1"/>
              </a:buClr>
              <a:buSzPts val="1000"/>
              <a:buChar char="○"/>
              <a:defRPr sz="1000">
                <a:solidFill>
                  <a:schemeClr val="dk1"/>
                </a:solidFill>
              </a:defRPr>
            </a:lvl2pPr>
            <a:lvl3pPr marL="1371600" lvl="2" indent="-292100">
              <a:lnSpc>
                <a:spcPct val="100000"/>
              </a:lnSpc>
              <a:spcBef>
                <a:spcPts val="0"/>
              </a:spcBef>
              <a:spcAft>
                <a:spcPts val="0"/>
              </a:spcAft>
              <a:buClr>
                <a:schemeClr val="dk1"/>
              </a:buClr>
              <a:buSzPts val="1000"/>
              <a:buChar char="■"/>
              <a:defRPr sz="1000">
                <a:solidFill>
                  <a:schemeClr val="dk1"/>
                </a:solidFill>
              </a:defRPr>
            </a:lvl3pPr>
            <a:lvl4pPr marL="1828800" lvl="3" indent="-292100">
              <a:lnSpc>
                <a:spcPct val="100000"/>
              </a:lnSpc>
              <a:spcBef>
                <a:spcPts val="0"/>
              </a:spcBef>
              <a:spcAft>
                <a:spcPts val="0"/>
              </a:spcAft>
              <a:buClr>
                <a:schemeClr val="dk1"/>
              </a:buClr>
              <a:buSzPts val="1000"/>
              <a:buChar char="●"/>
              <a:defRPr sz="1000">
                <a:solidFill>
                  <a:schemeClr val="dk1"/>
                </a:solidFill>
              </a:defRPr>
            </a:lvl4pPr>
            <a:lvl5pPr marL="2286000" lvl="4" indent="-292100">
              <a:lnSpc>
                <a:spcPct val="100000"/>
              </a:lnSpc>
              <a:spcBef>
                <a:spcPts val="0"/>
              </a:spcBef>
              <a:spcAft>
                <a:spcPts val="0"/>
              </a:spcAft>
              <a:buClr>
                <a:schemeClr val="dk1"/>
              </a:buClr>
              <a:buSzPts val="1000"/>
              <a:buChar char="○"/>
              <a:defRPr sz="1000">
                <a:solidFill>
                  <a:schemeClr val="dk1"/>
                </a:solidFill>
              </a:defRPr>
            </a:lvl5pPr>
            <a:lvl6pPr marL="2743200" lvl="5" indent="-292100">
              <a:lnSpc>
                <a:spcPct val="100000"/>
              </a:lnSpc>
              <a:spcBef>
                <a:spcPts val="0"/>
              </a:spcBef>
              <a:spcAft>
                <a:spcPts val="0"/>
              </a:spcAft>
              <a:buClr>
                <a:schemeClr val="dk1"/>
              </a:buClr>
              <a:buSzPts val="1000"/>
              <a:buChar char="■"/>
              <a:defRPr sz="1000">
                <a:solidFill>
                  <a:schemeClr val="dk1"/>
                </a:solidFill>
              </a:defRPr>
            </a:lvl6pPr>
            <a:lvl7pPr marL="3200400" lvl="6" indent="-292100">
              <a:lnSpc>
                <a:spcPct val="100000"/>
              </a:lnSpc>
              <a:spcBef>
                <a:spcPts val="0"/>
              </a:spcBef>
              <a:spcAft>
                <a:spcPts val="0"/>
              </a:spcAft>
              <a:buClr>
                <a:schemeClr val="dk1"/>
              </a:buClr>
              <a:buSzPts val="1000"/>
              <a:buChar char="●"/>
              <a:defRPr sz="1000">
                <a:solidFill>
                  <a:schemeClr val="dk1"/>
                </a:solidFill>
              </a:defRPr>
            </a:lvl7pPr>
            <a:lvl8pPr marL="3657600" lvl="7" indent="-292100">
              <a:lnSpc>
                <a:spcPct val="100000"/>
              </a:lnSpc>
              <a:spcBef>
                <a:spcPts val="0"/>
              </a:spcBef>
              <a:spcAft>
                <a:spcPts val="0"/>
              </a:spcAft>
              <a:buClr>
                <a:schemeClr val="dk1"/>
              </a:buClr>
              <a:buSzPts val="1000"/>
              <a:buChar char="○"/>
              <a:defRPr sz="1000">
                <a:solidFill>
                  <a:schemeClr val="dk1"/>
                </a:solidFill>
              </a:defRPr>
            </a:lvl8pPr>
            <a:lvl9pPr marL="4114800" lvl="8" indent="-292100">
              <a:lnSpc>
                <a:spcPct val="100000"/>
              </a:lnSpc>
              <a:spcBef>
                <a:spcPts val="0"/>
              </a:spcBef>
              <a:spcAft>
                <a:spcPts val="0"/>
              </a:spcAft>
              <a:buClr>
                <a:schemeClr val="dk1"/>
              </a:buClr>
              <a:buSzPts val="1000"/>
              <a:buChar char="■"/>
              <a:defRPr sz="1000">
                <a:solidFill>
                  <a:schemeClr val="dk1"/>
                </a:solidFill>
              </a:defRPr>
            </a:lvl9pPr>
          </a:lstStyle>
          <a:p>
            <a:endParaRPr/>
          </a:p>
        </p:txBody>
      </p:sp>
      <p:sp>
        <p:nvSpPr>
          <p:cNvPr id="133" name="Google Shape;133;p24"/>
          <p:cNvSpPr txBox="1">
            <a:spLocks noGrp="1"/>
          </p:cNvSpPr>
          <p:nvPr>
            <p:ph type="title" idx="3"/>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34" name="Google Shape;134;p24"/>
          <p:cNvSpPr txBox="1">
            <a:spLocks noGrp="1"/>
          </p:cNvSpPr>
          <p:nvPr>
            <p:ph type="title" idx="4"/>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body and image - Alt 5">
  <p:cSld name="BLANK_1_1_1_1_1_1_1_1_1_1_1_1_3_1_1">
    <p:bg>
      <p:bgPr>
        <a:solidFill>
          <a:schemeClr val="lt1"/>
        </a:solidFill>
        <a:effectLst/>
      </p:bgPr>
    </p:bg>
    <p:spTree>
      <p:nvGrpSpPr>
        <p:cNvPr id="1" name="Shape 135"/>
        <p:cNvGrpSpPr/>
        <p:nvPr/>
      </p:nvGrpSpPr>
      <p:grpSpPr>
        <a:xfrm>
          <a:off x="0" y="0"/>
          <a:ext cx="0" cy="0"/>
          <a:chOff x="0" y="0"/>
          <a:chExt cx="0" cy="0"/>
        </a:xfrm>
      </p:grpSpPr>
      <p:sp>
        <p:nvSpPr>
          <p:cNvPr id="136" name="Google Shape;136;p25"/>
          <p:cNvSpPr>
            <a:spLocks noGrp="1"/>
          </p:cNvSpPr>
          <p:nvPr>
            <p:ph type="pic" idx="2"/>
          </p:nvPr>
        </p:nvSpPr>
        <p:spPr>
          <a:xfrm>
            <a:off x="270275" y="3132475"/>
            <a:ext cx="2770500" cy="1551000"/>
          </a:xfrm>
          <a:prstGeom prst="roundRect">
            <a:avLst>
              <a:gd name="adj" fmla="val 0"/>
            </a:avLst>
          </a:prstGeom>
          <a:noFill/>
          <a:ln>
            <a:noFill/>
          </a:ln>
        </p:spPr>
      </p:sp>
      <p:sp>
        <p:nvSpPr>
          <p:cNvPr id="137" name="Google Shape;137;p25"/>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138" name="Google Shape;138;p25"/>
          <p:cNvSpPr txBox="1">
            <a:spLocks noGrp="1"/>
          </p:cNvSpPr>
          <p:nvPr>
            <p:ph type="title"/>
          </p:nvPr>
        </p:nvSpPr>
        <p:spPr>
          <a:xfrm>
            <a:off x="283850" y="285900"/>
            <a:ext cx="64008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139" name="Google Shape;139;p25"/>
          <p:cNvSpPr txBox="1">
            <a:spLocks noGrp="1"/>
          </p:cNvSpPr>
          <p:nvPr>
            <p:ph type="body" idx="1"/>
          </p:nvPr>
        </p:nvSpPr>
        <p:spPr>
          <a:xfrm>
            <a:off x="6086325" y="2599225"/>
            <a:ext cx="2770500" cy="2084400"/>
          </a:xfrm>
          <a:prstGeom prst="rect">
            <a:avLst/>
          </a:prstGeom>
        </p:spPr>
        <p:txBody>
          <a:bodyPr spcFirstLastPara="1" wrap="square" lIns="0" tIns="0" rIns="0" bIns="0" anchor="t" anchorCtr="0">
            <a:noAutofit/>
          </a:bodyPr>
          <a:lstStyle>
            <a:lvl1pPr marL="457200" lvl="0" indent="-292100">
              <a:lnSpc>
                <a:spcPct val="100000"/>
              </a:lnSpc>
              <a:spcBef>
                <a:spcPts val="0"/>
              </a:spcBef>
              <a:spcAft>
                <a:spcPts val="0"/>
              </a:spcAft>
              <a:buClr>
                <a:schemeClr val="dk1"/>
              </a:buClr>
              <a:buSzPts val="1000"/>
              <a:buChar char="●"/>
              <a:defRPr sz="1000">
                <a:solidFill>
                  <a:schemeClr val="dk1"/>
                </a:solidFill>
              </a:defRPr>
            </a:lvl1pPr>
            <a:lvl2pPr marL="914400" lvl="1" indent="-292100">
              <a:lnSpc>
                <a:spcPct val="100000"/>
              </a:lnSpc>
              <a:spcBef>
                <a:spcPts val="0"/>
              </a:spcBef>
              <a:spcAft>
                <a:spcPts val="0"/>
              </a:spcAft>
              <a:buClr>
                <a:schemeClr val="dk1"/>
              </a:buClr>
              <a:buSzPts val="1000"/>
              <a:buChar char="○"/>
              <a:defRPr sz="1000">
                <a:solidFill>
                  <a:schemeClr val="dk1"/>
                </a:solidFill>
              </a:defRPr>
            </a:lvl2pPr>
            <a:lvl3pPr marL="1371600" lvl="2" indent="-292100">
              <a:lnSpc>
                <a:spcPct val="100000"/>
              </a:lnSpc>
              <a:spcBef>
                <a:spcPts val="0"/>
              </a:spcBef>
              <a:spcAft>
                <a:spcPts val="0"/>
              </a:spcAft>
              <a:buClr>
                <a:schemeClr val="dk1"/>
              </a:buClr>
              <a:buSzPts val="1000"/>
              <a:buChar char="■"/>
              <a:defRPr sz="1000">
                <a:solidFill>
                  <a:schemeClr val="dk1"/>
                </a:solidFill>
              </a:defRPr>
            </a:lvl3pPr>
            <a:lvl4pPr marL="1828800" lvl="3" indent="-292100">
              <a:lnSpc>
                <a:spcPct val="100000"/>
              </a:lnSpc>
              <a:spcBef>
                <a:spcPts val="0"/>
              </a:spcBef>
              <a:spcAft>
                <a:spcPts val="0"/>
              </a:spcAft>
              <a:buClr>
                <a:schemeClr val="dk1"/>
              </a:buClr>
              <a:buSzPts val="1000"/>
              <a:buChar char="●"/>
              <a:defRPr sz="1000">
                <a:solidFill>
                  <a:schemeClr val="dk1"/>
                </a:solidFill>
              </a:defRPr>
            </a:lvl4pPr>
            <a:lvl5pPr marL="2286000" lvl="4" indent="-292100">
              <a:lnSpc>
                <a:spcPct val="100000"/>
              </a:lnSpc>
              <a:spcBef>
                <a:spcPts val="0"/>
              </a:spcBef>
              <a:spcAft>
                <a:spcPts val="0"/>
              </a:spcAft>
              <a:buClr>
                <a:schemeClr val="dk1"/>
              </a:buClr>
              <a:buSzPts val="1000"/>
              <a:buChar char="○"/>
              <a:defRPr sz="1000">
                <a:solidFill>
                  <a:schemeClr val="dk1"/>
                </a:solidFill>
              </a:defRPr>
            </a:lvl5pPr>
            <a:lvl6pPr marL="2743200" lvl="5" indent="-292100">
              <a:lnSpc>
                <a:spcPct val="100000"/>
              </a:lnSpc>
              <a:spcBef>
                <a:spcPts val="0"/>
              </a:spcBef>
              <a:spcAft>
                <a:spcPts val="0"/>
              </a:spcAft>
              <a:buClr>
                <a:schemeClr val="dk1"/>
              </a:buClr>
              <a:buSzPts val="1000"/>
              <a:buChar char="■"/>
              <a:defRPr sz="1000">
                <a:solidFill>
                  <a:schemeClr val="dk1"/>
                </a:solidFill>
              </a:defRPr>
            </a:lvl6pPr>
            <a:lvl7pPr marL="3200400" lvl="6" indent="-292100">
              <a:lnSpc>
                <a:spcPct val="100000"/>
              </a:lnSpc>
              <a:spcBef>
                <a:spcPts val="0"/>
              </a:spcBef>
              <a:spcAft>
                <a:spcPts val="0"/>
              </a:spcAft>
              <a:buClr>
                <a:schemeClr val="dk1"/>
              </a:buClr>
              <a:buSzPts val="1000"/>
              <a:buChar char="●"/>
              <a:defRPr sz="1000">
                <a:solidFill>
                  <a:schemeClr val="dk1"/>
                </a:solidFill>
              </a:defRPr>
            </a:lvl7pPr>
            <a:lvl8pPr marL="3657600" lvl="7" indent="-292100">
              <a:lnSpc>
                <a:spcPct val="100000"/>
              </a:lnSpc>
              <a:spcBef>
                <a:spcPts val="0"/>
              </a:spcBef>
              <a:spcAft>
                <a:spcPts val="0"/>
              </a:spcAft>
              <a:buClr>
                <a:schemeClr val="dk1"/>
              </a:buClr>
              <a:buSzPts val="1000"/>
              <a:buChar char="○"/>
              <a:defRPr sz="1000">
                <a:solidFill>
                  <a:schemeClr val="dk1"/>
                </a:solidFill>
              </a:defRPr>
            </a:lvl8pPr>
            <a:lvl9pPr marL="4114800" lvl="8" indent="-292100">
              <a:lnSpc>
                <a:spcPct val="100000"/>
              </a:lnSpc>
              <a:spcBef>
                <a:spcPts val="0"/>
              </a:spcBef>
              <a:spcAft>
                <a:spcPts val="0"/>
              </a:spcAft>
              <a:buClr>
                <a:schemeClr val="dk1"/>
              </a:buClr>
              <a:buSzPts val="1000"/>
              <a:buChar char="■"/>
              <a:defRPr sz="1000">
                <a:solidFill>
                  <a:schemeClr val="dk1"/>
                </a:solidFill>
              </a:defRPr>
            </a:lvl9pPr>
          </a:lstStyle>
          <a:p>
            <a:endParaRPr/>
          </a:p>
        </p:txBody>
      </p:sp>
      <p:sp>
        <p:nvSpPr>
          <p:cNvPr id="140" name="Google Shape;140;p25"/>
          <p:cNvSpPr txBox="1">
            <a:spLocks noGrp="1"/>
          </p:cNvSpPr>
          <p:nvPr>
            <p:ph type="title" idx="3"/>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41" name="Google Shape;141;p25"/>
          <p:cNvSpPr txBox="1">
            <a:spLocks noGrp="1"/>
          </p:cNvSpPr>
          <p:nvPr>
            <p:ph type="title" idx="4"/>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42" name="Google Shape;142;p25"/>
          <p:cNvSpPr txBox="1">
            <a:spLocks noGrp="1"/>
          </p:cNvSpPr>
          <p:nvPr>
            <p:ph type="body" idx="5"/>
          </p:nvPr>
        </p:nvSpPr>
        <p:spPr>
          <a:xfrm>
            <a:off x="3185700" y="2599225"/>
            <a:ext cx="2770500" cy="20844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body and image - Alt 7">
  <p:cSld name="BLANK_1_1_1_1_1_1_1_1_1_1_1_1_2_1">
    <p:bg>
      <p:bgPr>
        <a:solidFill>
          <a:schemeClr val="lt1"/>
        </a:solidFill>
        <a:effectLst/>
      </p:bgPr>
    </p:bg>
    <p:spTree>
      <p:nvGrpSpPr>
        <p:cNvPr id="1" name="Shape 143"/>
        <p:cNvGrpSpPr/>
        <p:nvPr/>
      </p:nvGrpSpPr>
      <p:grpSpPr>
        <a:xfrm>
          <a:off x="0" y="0"/>
          <a:ext cx="0" cy="0"/>
          <a:chOff x="0" y="0"/>
          <a:chExt cx="0" cy="0"/>
        </a:xfrm>
      </p:grpSpPr>
      <p:sp>
        <p:nvSpPr>
          <p:cNvPr id="144" name="Google Shape;144;p26"/>
          <p:cNvSpPr txBox="1">
            <a:spLocks noGrp="1"/>
          </p:cNvSpPr>
          <p:nvPr>
            <p:ph type="title"/>
          </p:nvPr>
        </p:nvSpPr>
        <p:spPr>
          <a:xfrm>
            <a:off x="4782150" y="285900"/>
            <a:ext cx="40749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145" name="Google Shape;145;p26"/>
          <p:cNvSpPr txBox="1">
            <a:spLocks noGrp="1"/>
          </p:cNvSpPr>
          <p:nvPr>
            <p:ph type="body" idx="1"/>
          </p:nvPr>
        </p:nvSpPr>
        <p:spPr>
          <a:xfrm>
            <a:off x="6086325" y="2636275"/>
            <a:ext cx="2770800" cy="2047200"/>
          </a:xfrm>
          <a:prstGeom prst="rect">
            <a:avLst/>
          </a:prstGeom>
        </p:spPr>
        <p:txBody>
          <a:bodyPr spcFirstLastPara="1" wrap="square" lIns="0" tIns="0" rIns="0" bIns="0" anchor="t" anchorCtr="0">
            <a:noAutofit/>
          </a:bodyPr>
          <a:lstStyle>
            <a:lvl1pPr marL="457200" lvl="0" indent="-292100">
              <a:lnSpc>
                <a:spcPct val="100000"/>
              </a:lnSpc>
              <a:spcBef>
                <a:spcPts val="0"/>
              </a:spcBef>
              <a:spcAft>
                <a:spcPts val="0"/>
              </a:spcAft>
              <a:buClr>
                <a:schemeClr val="dk1"/>
              </a:buClr>
              <a:buSzPts val="1000"/>
              <a:buChar char="●"/>
              <a:defRPr sz="1000">
                <a:solidFill>
                  <a:schemeClr val="dk1"/>
                </a:solidFill>
              </a:defRPr>
            </a:lvl1pPr>
            <a:lvl2pPr marL="914400" lvl="1" indent="-292100">
              <a:lnSpc>
                <a:spcPct val="100000"/>
              </a:lnSpc>
              <a:spcBef>
                <a:spcPts val="0"/>
              </a:spcBef>
              <a:spcAft>
                <a:spcPts val="0"/>
              </a:spcAft>
              <a:buClr>
                <a:schemeClr val="dk1"/>
              </a:buClr>
              <a:buSzPts val="1000"/>
              <a:buChar char="○"/>
              <a:defRPr sz="1000">
                <a:solidFill>
                  <a:schemeClr val="dk1"/>
                </a:solidFill>
              </a:defRPr>
            </a:lvl2pPr>
            <a:lvl3pPr marL="1371600" lvl="2" indent="-292100">
              <a:lnSpc>
                <a:spcPct val="100000"/>
              </a:lnSpc>
              <a:spcBef>
                <a:spcPts val="0"/>
              </a:spcBef>
              <a:spcAft>
                <a:spcPts val="0"/>
              </a:spcAft>
              <a:buClr>
                <a:schemeClr val="dk1"/>
              </a:buClr>
              <a:buSzPts val="1000"/>
              <a:buChar char="■"/>
              <a:defRPr sz="1000">
                <a:solidFill>
                  <a:schemeClr val="dk1"/>
                </a:solidFill>
              </a:defRPr>
            </a:lvl3pPr>
            <a:lvl4pPr marL="1828800" lvl="3" indent="-292100">
              <a:lnSpc>
                <a:spcPct val="100000"/>
              </a:lnSpc>
              <a:spcBef>
                <a:spcPts val="0"/>
              </a:spcBef>
              <a:spcAft>
                <a:spcPts val="0"/>
              </a:spcAft>
              <a:buClr>
                <a:schemeClr val="dk1"/>
              </a:buClr>
              <a:buSzPts val="1000"/>
              <a:buChar char="●"/>
              <a:defRPr sz="1000">
                <a:solidFill>
                  <a:schemeClr val="dk1"/>
                </a:solidFill>
              </a:defRPr>
            </a:lvl4pPr>
            <a:lvl5pPr marL="2286000" lvl="4" indent="-292100">
              <a:lnSpc>
                <a:spcPct val="100000"/>
              </a:lnSpc>
              <a:spcBef>
                <a:spcPts val="0"/>
              </a:spcBef>
              <a:spcAft>
                <a:spcPts val="0"/>
              </a:spcAft>
              <a:buClr>
                <a:schemeClr val="dk1"/>
              </a:buClr>
              <a:buSzPts val="1000"/>
              <a:buChar char="○"/>
              <a:defRPr sz="1000">
                <a:solidFill>
                  <a:schemeClr val="dk1"/>
                </a:solidFill>
              </a:defRPr>
            </a:lvl5pPr>
            <a:lvl6pPr marL="2743200" lvl="5" indent="-292100">
              <a:lnSpc>
                <a:spcPct val="100000"/>
              </a:lnSpc>
              <a:spcBef>
                <a:spcPts val="0"/>
              </a:spcBef>
              <a:spcAft>
                <a:spcPts val="0"/>
              </a:spcAft>
              <a:buClr>
                <a:schemeClr val="dk1"/>
              </a:buClr>
              <a:buSzPts val="1000"/>
              <a:buChar char="■"/>
              <a:defRPr sz="1000">
                <a:solidFill>
                  <a:schemeClr val="dk1"/>
                </a:solidFill>
              </a:defRPr>
            </a:lvl6pPr>
            <a:lvl7pPr marL="3200400" lvl="6" indent="-292100">
              <a:lnSpc>
                <a:spcPct val="100000"/>
              </a:lnSpc>
              <a:spcBef>
                <a:spcPts val="0"/>
              </a:spcBef>
              <a:spcAft>
                <a:spcPts val="0"/>
              </a:spcAft>
              <a:buClr>
                <a:schemeClr val="dk1"/>
              </a:buClr>
              <a:buSzPts val="1000"/>
              <a:buChar char="●"/>
              <a:defRPr sz="1000">
                <a:solidFill>
                  <a:schemeClr val="dk1"/>
                </a:solidFill>
              </a:defRPr>
            </a:lvl7pPr>
            <a:lvl8pPr marL="3657600" lvl="7" indent="-292100">
              <a:lnSpc>
                <a:spcPct val="100000"/>
              </a:lnSpc>
              <a:spcBef>
                <a:spcPts val="0"/>
              </a:spcBef>
              <a:spcAft>
                <a:spcPts val="0"/>
              </a:spcAft>
              <a:buClr>
                <a:schemeClr val="dk1"/>
              </a:buClr>
              <a:buSzPts val="1000"/>
              <a:buChar char="○"/>
              <a:defRPr sz="1000">
                <a:solidFill>
                  <a:schemeClr val="dk1"/>
                </a:solidFill>
              </a:defRPr>
            </a:lvl8pPr>
            <a:lvl9pPr marL="4114800" lvl="8" indent="-292100">
              <a:lnSpc>
                <a:spcPct val="100000"/>
              </a:lnSpc>
              <a:spcBef>
                <a:spcPts val="0"/>
              </a:spcBef>
              <a:spcAft>
                <a:spcPts val="0"/>
              </a:spcAft>
              <a:buClr>
                <a:schemeClr val="dk1"/>
              </a:buClr>
              <a:buSzPts val="1000"/>
              <a:buChar char="■"/>
              <a:defRPr sz="1000">
                <a:solidFill>
                  <a:schemeClr val="dk1"/>
                </a:solidFill>
              </a:defRPr>
            </a:lvl9pPr>
          </a:lstStyle>
          <a:p>
            <a:endParaRPr/>
          </a:p>
        </p:txBody>
      </p:sp>
      <p:sp>
        <p:nvSpPr>
          <p:cNvPr id="146" name="Google Shape;146;p26"/>
          <p:cNvSpPr txBox="1">
            <a:spLocks noGrp="1"/>
          </p:cNvSpPr>
          <p:nvPr>
            <p:ph type="body" idx="2"/>
          </p:nvPr>
        </p:nvSpPr>
        <p:spPr>
          <a:xfrm>
            <a:off x="4782375" y="2636275"/>
            <a:ext cx="1175700" cy="20472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147" name="Google Shape;147;p26"/>
          <p:cNvSpPr>
            <a:spLocks noGrp="1"/>
          </p:cNvSpPr>
          <p:nvPr>
            <p:ph type="pic" idx="3"/>
          </p:nvPr>
        </p:nvSpPr>
        <p:spPr>
          <a:xfrm>
            <a:off x="283850" y="0"/>
            <a:ext cx="4227000" cy="4683600"/>
          </a:xfrm>
          <a:prstGeom prst="roundRect">
            <a:avLst>
              <a:gd name="adj" fmla="val 0"/>
            </a:avLst>
          </a:prstGeom>
          <a:noFill/>
          <a:ln>
            <a:noFill/>
          </a:ln>
        </p:spPr>
      </p:sp>
      <p:sp>
        <p:nvSpPr>
          <p:cNvPr id="148" name="Google Shape;148;p26"/>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149" name="Google Shape;149;p26"/>
          <p:cNvSpPr txBox="1">
            <a:spLocks noGrp="1"/>
          </p:cNvSpPr>
          <p:nvPr>
            <p:ph type="title" idx="4"/>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50" name="Google Shape;150;p26"/>
          <p:cNvSpPr txBox="1">
            <a:spLocks noGrp="1"/>
          </p:cNvSpPr>
          <p:nvPr>
            <p:ph type="title" idx="5"/>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Four big ideas - Alt 2">
  <p:cSld name="BLANK_1_1_1_1_1_1_1_1_1_1_1_1_3_1_2">
    <p:bg>
      <p:bgPr>
        <a:solidFill>
          <a:schemeClr val="lt1"/>
        </a:solidFill>
        <a:effectLst/>
      </p:bgPr>
    </p:bg>
    <p:spTree>
      <p:nvGrpSpPr>
        <p:cNvPr id="1" name="Shape 151"/>
        <p:cNvGrpSpPr/>
        <p:nvPr/>
      </p:nvGrpSpPr>
      <p:grpSpPr>
        <a:xfrm>
          <a:off x="0" y="0"/>
          <a:ext cx="0" cy="0"/>
          <a:chOff x="0" y="0"/>
          <a:chExt cx="0" cy="0"/>
        </a:xfrm>
      </p:grpSpPr>
      <p:sp>
        <p:nvSpPr>
          <p:cNvPr id="152" name="Google Shape;152;p27"/>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153" name="Google Shape;153;p27"/>
          <p:cNvSpPr txBox="1">
            <a:spLocks noGrp="1"/>
          </p:cNvSpPr>
          <p:nvPr>
            <p:ph type="title"/>
          </p:nvPr>
        </p:nvSpPr>
        <p:spPr>
          <a:xfrm>
            <a:off x="283850" y="285900"/>
            <a:ext cx="4227300" cy="7515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18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154" name="Google Shape;154;p27"/>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55" name="Google Shape;155;p27"/>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56" name="Google Shape;156;p27"/>
          <p:cNvSpPr txBox="1">
            <a:spLocks noGrp="1"/>
          </p:cNvSpPr>
          <p:nvPr>
            <p:ph type="body" idx="1"/>
          </p:nvPr>
        </p:nvSpPr>
        <p:spPr>
          <a:xfrm>
            <a:off x="4632000" y="285900"/>
            <a:ext cx="4227300" cy="1154700"/>
          </a:xfrm>
          <a:prstGeom prst="rect">
            <a:avLst/>
          </a:prstGeom>
        </p:spPr>
        <p:txBody>
          <a:bodyPr spcFirstLastPara="1" wrap="square" lIns="0" tIns="0" rIns="0" bIns="0" anchor="t" anchorCtr="0">
            <a:noAutofit/>
          </a:bodyPr>
          <a:lstStyle>
            <a:lvl1pPr marL="457200" lvl="0" indent="-304800">
              <a:spcBef>
                <a:spcPts val="0"/>
              </a:spcBef>
              <a:spcAft>
                <a:spcPts val="0"/>
              </a:spcAft>
              <a:buClr>
                <a:schemeClr val="dk1"/>
              </a:buClr>
              <a:buSzPts val="1200"/>
              <a:buFont typeface="Inter"/>
              <a:buChar char="●"/>
              <a:defRPr>
                <a:solidFill>
                  <a:schemeClr val="dk1"/>
                </a:solidFill>
              </a:defRPr>
            </a:lvl1pPr>
            <a:lvl2pPr marL="914400" lvl="1" indent="-304800">
              <a:spcBef>
                <a:spcPts val="0"/>
              </a:spcBef>
              <a:spcAft>
                <a:spcPts val="0"/>
              </a:spcAft>
              <a:buClr>
                <a:schemeClr val="dk1"/>
              </a:buClr>
              <a:buSzPts val="1200"/>
              <a:buFont typeface="Inter"/>
              <a:buChar char="○"/>
              <a:defRPr>
                <a:solidFill>
                  <a:schemeClr val="dk1"/>
                </a:solidFill>
              </a:defRPr>
            </a:lvl2pPr>
            <a:lvl3pPr marL="1371600" lvl="2" indent="-304800">
              <a:spcBef>
                <a:spcPts val="0"/>
              </a:spcBef>
              <a:spcAft>
                <a:spcPts val="0"/>
              </a:spcAft>
              <a:buClr>
                <a:schemeClr val="dk1"/>
              </a:buClr>
              <a:buSzPts val="1200"/>
              <a:buFont typeface="Inter"/>
              <a:buChar char="■"/>
              <a:defRPr>
                <a:solidFill>
                  <a:schemeClr val="dk1"/>
                </a:solidFill>
              </a:defRPr>
            </a:lvl3pPr>
            <a:lvl4pPr marL="1828800" lvl="3" indent="-304800">
              <a:spcBef>
                <a:spcPts val="0"/>
              </a:spcBef>
              <a:spcAft>
                <a:spcPts val="0"/>
              </a:spcAft>
              <a:buClr>
                <a:schemeClr val="dk1"/>
              </a:buClr>
              <a:buSzPts val="1200"/>
              <a:buFont typeface="Inter"/>
              <a:buChar char="●"/>
              <a:defRPr>
                <a:solidFill>
                  <a:schemeClr val="dk1"/>
                </a:solidFill>
              </a:defRPr>
            </a:lvl4pPr>
            <a:lvl5pPr marL="2286000" lvl="4" indent="-304800">
              <a:spcBef>
                <a:spcPts val="0"/>
              </a:spcBef>
              <a:spcAft>
                <a:spcPts val="0"/>
              </a:spcAft>
              <a:buClr>
                <a:schemeClr val="dk1"/>
              </a:buClr>
              <a:buSzPts val="1200"/>
              <a:buFont typeface="Inter"/>
              <a:buChar char="○"/>
              <a:defRPr>
                <a:solidFill>
                  <a:schemeClr val="dk1"/>
                </a:solidFill>
              </a:defRPr>
            </a:lvl5pPr>
            <a:lvl6pPr marL="2743200" lvl="5" indent="-304800">
              <a:spcBef>
                <a:spcPts val="0"/>
              </a:spcBef>
              <a:spcAft>
                <a:spcPts val="0"/>
              </a:spcAft>
              <a:buClr>
                <a:schemeClr val="dk1"/>
              </a:buClr>
              <a:buSzPts val="1200"/>
              <a:buFont typeface="Inter"/>
              <a:buChar char="■"/>
              <a:defRPr>
                <a:solidFill>
                  <a:schemeClr val="dk1"/>
                </a:solidFill>
              </a:defRPr>
            </a:lvl6pPr>
            <a:lvl7pPr marL="3200400" lvl="6" indent="-304800">
              <a:spcBef>
                <a:spcPts val="0"/>
              </a:spcBef>
              <a:spcAft>
                <a:spcPts val="0"/>
              </a:spcAft>
              <a:buClr>
                <a:schemeClr val="dk1"/>
              </a:buClr>
              <a:buSzPts val="1200"/>
              <a:buFont typeface="Inter"/>
              <a:buChar char="●"/>
              <a:defRPr>
                <a:solidFill>
                  <a:schemeClr val="dk1"/>
                </a:solidFill>
              </a:defRPr>
            </a:lvl7pPr>
            <a:lvl8pPr marL="3657600" lvl="7" indent="-304800">
              <a:spcBef>
                <a:spcPts val="0"/>
              </a:spcBef>
              <a:spcAft>
                <a:spcPts val="0"/>
              </a:spcAft>
              <a:buClr>
                <a:schemeClr val="dk1"/>
              </a:buClr>
              <a:buSzPts val="1200"/>
              <a:buFont typeface="Inter"/>
              <a:buChar char="○"/>
              <a:defRPr>
                <a:solidFill>
                  <a:schemeClr val="dk1"/>
                </a:solidFill>
              </a:defRPr>
            </a:lvl8pPr>
            <a:lvl9pPr marL="4114800" lvl="8" indent="-304800">
              <a:spcBef>
                <a:spcPts val="0"/>
              </a:spcBef>
              <a:spcAft>
                <a:spcPts val="0"/>
              </a:spcAft>
              <a:buClr>
                <a:schemeClr val="dk1"/>
              </a:buClr>
              <a:buSzPts val="1200"/>
              <a:buFont typeface="Inter"/>
              <a:buChar char="■"/>
              <a:defRPr>
                <a:solidFill>
                  <a:schemeClr val="dk1"/>
                </a:solidFill>
              </a:defRPr>
            </a:lvl9pPr>
          </a:lstStyle>
          <a:p>
            <a:endParaRPr/>
          </a:p>
        </p:txBody>
      </p:sp>
      <p:sp>
        <p:nvSpPr>
          <p:cNvPr id="157" name="Google Shape;157;p27"/>
          <p:cNvSpPr txBox="1">
            <a:spLocks noGrp="1"/>
          </p:cNvSpPr>
          <p:nvPr>
            <p:ph type="subTitle" idx="4"/>
          </p:nvPr>
        </p:nvSpPr>
        <p:spPr>
          <a:xfrm>
            <a:off x="288625" y="1922875"/>
            <a:ext cx="2050800" cy="537600"/>
          </a:xfrm>
          <a:prstGeom prst="rect">
            <a:avLst/>
          </a:prstGeom>
        </p:spPr>
        <p:txBody>
          <a:bodyPr spcFirstLastPara="1" wrap="square" lIns="0" tIns="0" rIns="0" bIns="0" anchor="b" anchorCtr="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
        <p:nvSpPr>
          <p:cNvPr id="158" name="Google Shape;158;p27"/>
          <p:cNvSpPr txBox="1">
            <a:spLocks noGrp="1"/>
          </p:cNvSpPr>
          <p:nvPr>
            <p:ph type="body" idx="5"/>
          </p:nvPr>
        </p:nvSpPr>
        <p:spPr>
          <a:xfrm>
            <a:off x="288625" y="2891825"/>
            <a:ext cx="2050800" cy="1507200"/>
          </a:xfrm>
          <a:prstGeom prst="rect">
            <a:avLst/>
          </a:prstGeom>
        </p:spPr>
        <p:txBody>
          <a:bodyPr spcFirstLastPara="1" wrap="square" lIns="0" tIns="0" rIns="0" bIns="0" anchor="t" anchorCtr="0">
            <a:spAutoFit/>
          </a:bodyPr>
          <a:lstStyle>
            <a:lvl1pPr marL="457200" lvl="0" indent="-292100">
              <a:spcBef>
                <a:spcPts val="0"/>
              </a:spcBef>
              <a:spcAft>
                <a:spcPts val="0"/>
              </a:spcAft>
              <a:buClr>
                <a:schemeClr val="dk1"/>
              </a:buClr>
              <a:buSzPts val="1000"/>
              <a:buChar char="●"/>
              <a:defRPr sz="1000">
                <a:solidFill>
                  <a:schemeClr val="dk1"/>
                </a:solidFill>
              </a:defRPr>
            </a:lvl1pPr>
            <a:lvl2pPr marL="914400" lvl="1" indent="-292100">
              <a:spcBef>
                <a:spcPts val="0"/>
              </a:spcBef>
              <a:spcAft>
                <a:spcPts val="0"/>
              </a:spcAft>
              <a:buClr>
                <a:schemeClr val="dk1"/>
              </a:buClr>
              <a:buSzPts val="1000"/>
              <a:buChar char="○"/>
              <a:defRPr sz="1000">
                <a:solidFill>
                  <a:schemeClr val="dk1"/>
                </a:solidFill>
              </a:defRPr>
            </a:lvl2pPr>
            <a:lvl3pPr marL="1371600" lvl="2" indent="-292100">
              <a:spcBef>
                <a:spcPts val="0"/>
              </a:spcBef>
              <a:spcAft>
                <a:spcPts val="0"/>
              </a:spcAft>
              <a:buClr>
                <a:schemeClr val="dk1"/>
              </a:buClr>
              <a:buSzPts val="1000"/>
              <a:buChar char="■"/>
              <a:defRPr sz="1000">
                <a:solidFill>
                  <a:schemeClr val="dk1"/>
                </a:solidFill>
              </a:defRPr>
            </a:lvl3pPr>
            <a:lvl4pPr marL="1828800" lvl="3" indent="-292100">
              <a:spcBef>
                <a:spcPts val="0"/>
              </a:spcBef>
              <a:spcAft>
                <a:spcPts val="0"/>
              </a:spcAft>
              <a:buClr>
                <a:schemeClr val="dk1"/>
              </a:buClr>
              <a:buSzPts val="1000"/>
              <a:buChar char="●"/>
              <a:defRPr sz="1000">
                <a:solidFill>
                  <a:schemeClr val="dk1"/>
                </a:solidFill>
              </a:defRPr>
            </a:lvl4pPr>
            <a:lvl5pPr marL="2286000" lvl="4" indent="-292100">
              <a:spcBef>
                <a:spcPts val="0"/>
              </a:spcBef>
              <a:spcAft>
                <a:spcPts val="0"/>
              </a:spcAft>
              <a:buClr>
                <a:schemeClr val="dk1"/>
              </a:buClr>
              <a:buSzPts val="1000"/>
              <a:buChar char="○"/>
              <a:defRPr sz="1000">
                <a:solidFill>
                  <a:schemeClr val="dk1"/>
                </a:solidFill>
              </a:defRPr>
            </a:lvl5pPr>
            <a:lvl6pPr marL="2743200" lvl="5" indent="-292100">
              <a:spcBef>
                <a:spcPts val="0"/>
              </a:spcBef>
              <a:spcAft>
                <a:spcPts val="0"/>
              </a:spcAft>
              <a:buClr>
                <a:schemeClr val="dk1"/>
              </a:buClr>
              <a:buSzPts val="1000"/>
              <a:buChar char="■"/>
              <a:defRPr sz="1000">
                <a:solidFill>
                  <a:schemeClr val="dk1"/>
                </a:solidFill>
              </a:defRPr>
            </a:lvl6pPr>
            <a:lvl7pPr marL="3200400" lvl="6" indent="-292100">
              <a:spcBef>
                <a:spcPts val="0"/>
              </a:spcBef>
              <a:spcAft>
                <a:spcPts val="0"/>
              </a:spcAft>
              <a:buClr>
                <a:schemeClr val="dk1"/>
              </a:buClr>
              <a:buSzPts val="1000"/>
              <a:buChar char="●"/>
              <a:defRPr sz="1000">
                <a:solidFill>
                  <a:schemeClr val="dk1"/>
                </a:solidFill>
              </a:defRPr>
            </a:lvl7pPr>
            <a:lvl8pPr marL="3657600" lvl="7" indent="-292100">
              <a:spcBef>
                <a:spcPts val="0"/>
              </a:spcBef>
              <a:spcAft>
                <a:spcPts val="0"/>
              </a:spcAft>
              <a:buClr>
                <a:schemeClr val="dk1"/>
              </a:buClr>
              <a:buSzPts val="1000"/>
              <a:buChar char="○"/>
              <a:defRPr sz="1000">
                <a:solidFill>
                  <a:schemeClr val="dk1"/>
                </a:solidFill>
              </a:defRPr>
            </a:lvl8pPr>
            <a:lvl9pPr marL="4114800" lvl="8" indent="-292100">
              <a:spcBef>
                <a:spcPts val="0"/>
              </a:spcBef>
              <a:spcAft>
                <a:spcPts val="0"/>
              </a:spcAft>
              <a:buClr>
                <a:schemeClr val="dk1"/>
              </a:buClr>
              <a:buSzPts val="1000"/>
              <a:buChar char="■"/>
              <a:defRPr sz="1000">
                <a:solidFill>
                  <a:schemeClr val="dk1"/>
                </a:solidFill>
              </a:defRPr>
            </a:lvl9pPr>
          </a:lstStyle>
          <a:p>
            <a:endParaRPr/>
          </a:p>
        </p:txBody>
      </p:sp>
      <p:sp>
        <p:nvSpPr>
          <p:cNvPr id="159" name="Google Shape;159;p27"/>
          <p:cNvSpPr txBox="1">
            <a:spLocks noGrp="1"/>
          </p:cNvSpPr>
          <p:nvPr>
            <p:ph type="subTitle" idx="6"/>
          </p:nvPr>
        </p:nvSpPr>
        <p:spPr>
          <a:xfrm>
            <a:off x="2456700" y="1922875"/>
            <a:ext cx="2050800" cy="537600"/>
          </a:xfrm>
          <a:prstGeom prst="rect">
            <a:avLst/>
          </a:prstGeom>
        </p:spPr>
        <p:txBody>
          <a:bodyPr spcFirstLastPara="1" wrap="square" lIns="0" tIns="0" rIns="0" bIns="0" anchor="b" anchorCtr="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
        <p:nvSpPr>
          <p:cNvPr id="160" name="Google Shape;160;p27"/>
          <p:cNvSpPr txBox="1">
            <a:spLocks noGrp="1"/>
          </p:cNvSpPr>
          <p:nvPr>
            <p:ph type="body" idx="7"/>
          </p:nvPr>
        </p:nvSpPr>
        <p:spPr>
          <a:xfrm>
            <a:off x="2456700" y="2891825"/>
            <a:ext cx="2050800" cy="15072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161" name="Google Shape;161;p27"/>
          <p:cNvSpPr txBox="1">
            <a:spLocks noGrp="1"/>
          </p:cNvSpPr>
          <p:nvPr>
            <p:ph type="subTitle" idx="8"/>
          </p:nvPr>
        </p:nvSpPr>
        <p:spPr>
          <a:xfrm>
            <a:off x="4629375" y="1922875"/>
            <a:ext cx="2050800" cy="537600"/>
          </a:xfrm>
          <a:prstGeom prst="rect">
            <a:avLst/>
          </a:prstGeom>
        </p:spPr>
        <p:txBody>
          <a:bodyPr spcFirstLastPara="1" wrap="square" lIns="0" tIns="0" rIns="0" bIns="0" anchor="b" anchorCtr="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
        <p:nvSpPr>
          <p:cNvPr id="162" name="Google Shape;162;p27"/>
          <p:cNvSpPr txBox="1">
            <a:spLocks noGrp="1"/>
          </p:cNvSpPr>
          <p:nvPr>
            <p:ph type="body" idx="9"/>
          </p:nvPr>
        </p:nvSpPr>
        <p:spPr>
          <a:xfrm>
            <a:off x="4629375" y="2891825"/>
            <a:ext cx="2050800" cy="15072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163" name="Google Shape;163;p27"/>
          <p:cNvSpPr txBox="1">
            <a:spLocks noGrp="1"/>
          </p:cNvSpPr>
          <p:nvPr>
            <p:ph type="subTitle" idx="13"/>
          </p:nvPr>
        </p:nvSpPr>
        <p:spPr>
          <a:xfrm>
            <a:off x="6802050" y="1922875"/>
            <a:ext cx="2050800" cy="537600"/>
          </a:xfrm>
          <a:prstGeom prst="rect">
            <a:avLst/>
          </a:prstGeom>
        </p:spPr>
        <p:txBody>
          <a:bodyPr spcFirstLastPara="1" wrap="square" lIns="0" tIns="0" rIns="0" bIns="0" anchor="b" anchorCtr="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
        <p:nvSpPr>
          <p:cNvPr id="164" name="Google Shape;164;p27"/>
          <p:cNvSpPr txBox="1">
            <a:spLocks noGrp="1"/>
          </p:cNvSpPr>
          <p:nvPr>
            <p:ph type="body" idx="14"/>
          </p:nvPr>
        </p:nvSpPr>
        <p:spPr>
          <a:xfrm>
            <a:off x="6802050" y="2891825"/>
            <a:ext cx="2050800" cy="15072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hree big ideas - Alt 5">
  <p:cSld name="BLANK_1_1_1_1_1_1_1_1_1_1_1_1_1_2_1_2_1">
    <p:bg>
      <p:bgPr>
        <a:solidFill>
          <a:schemeClr val="lt1"/>
        </a:solidFill>
        <a:effectLst/>
      </p:bgPr>
    </p:bg>
    <p:spTree>
      <p:nvGrpSpPr>
        <p:cNvPr id="1" name="Shape 165"/>
        <p:cNvGrpSpPr/>
        <p:nvPr/>
      </p:nvGrpSpPr>
      <p:grpSpPr>
        <a:xfrm>
          <a:off x="0" y="0"/>
          <a:ext cx="0" cy="0"/>
          <a:chOff x="0" y="0"/>
          <a:chExt cx="0" cy="0"/>
        </a:xfrm>
      </p:grpSpPr>
      <p:sp>
        <p:nvSpPr>
          <p:cNvPr id="166" name="Google Shape;166;p28"/>
          <p:cNvSpPr txBox="1">
            <a:spLocks noGrp="1"/>
          </p:cNvSpPr>
          <p:nvPr>
            <p:ph type="subTitle" idx="1"/>
          </p:nvPr>
        </p:nvSpPr>
        <p:spPr>
          <a:xfrm>
            <a:off x="288625" y="2636275"/>
            <a:ext cx="1005000" cy="972000"/>
          </a:xfrm>
          <a:prstGeom prst="rect">
            <a:avLst/>
          </a:prstGeom>
        </p:spPr>
        <p:txBody>
          <a:bodyPr spcFirstLastPara="1" wrap="square" lIns="0" tIns="0" rIns="0" bIns="0" anchor="t" anchorCtr="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67" name="Google Shape;167;p28"/>
          <p:cNvSpPr txBox="1">
            <a:spLocks noGrp="1"/>
          </p:cNvSpPr>
          <p:nvPr>
            <p:ph type="subTitle" idx="2"/>
          </p:nvPr>
        </p:nvSpPr>
        <p:spPr>
          <a:xfrm>
            <a:off x="288625" y="3716975"/>
            <a:ext cx="1005000" cy="972000"/>
          </a:xfrm>
          <a:prstGeom prst="rect">
            <a:avLst/>
          </a:prstGeom>
        </p:spPr>
        <p:txBody>
          <a:bodyPr spcFirstLastPara="1" wrap="square" lIns="0" tIns="0" rIns="0" bIns="0" anchor="ctr" anchorCtr="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68" name="Google Shape;168;p28"/>
          <p:cNvSpPr txBox="1">
            <a:spLocks noGrp="1"/>
          </p:cNvSpPr>
          <p:nvPr>
            <p:ph type="subTitle" idx="3"/>
          </p:nvPr>
        </p:nvSpPr>
        <p:spPr>
          <a:xfrm>
            <a:off x="288625" y="1555575"/>
            <a:ext cx="1005000" cy="972000"/>
          </a:xfrm>
          <a:prstGeom prst="rect">
            <a:avLst/>
          </a:prstGeom>
        </p:spPr>
        <p:txBody>
          <a:bodyPr spcFirstLastPara="1" wrap="square" lIns="0" tIns="0" rIns="0" bIns="0" anchor="ctr" anchorCtr="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69" name="Google Shape;169;p28"/>
          <p:cNvSpPr txBox="1">
            <a:spLocks noGrp="1"/>
          </p:cNvSpPr>
          <p:nvPr>
            <p:ph type="body" idx="4"/>
          </p:nvPr>
        </p:nvSpPr>
        <p:spPr>
          <a:xfrm>
            <a:off x="6091950" y="2635425"/>
            <a:ext cx="2764800" cy="972000"/>
          </a:xfrm>
          <a:prstGeom prst="rect">
            <a:avLst/>
          </a:prstGeom>
        </p:spPr>
        <p:txBody>
          <a:bodyPr spcFirstLastPara="1" wrap="square" lIns="0" tIns="0" rIns="0" bIns="0" anchor="ctr" anchorCtr="0">
            <a:noAutofit/>
          </a:bodyPr>
          <a:lstStyle>
            <a:lvl1pPr marL="457200" lvl="0" indent="-292100">
              <a:lnSpc>
                <a:spcPct val="100000"/>
              </a:lnSpc>
              <a:spcBef>
                <a:spcPts val="0"/>
              </a:spcBef>
              <a:spcAft>
                <a:spcPts val="0"/>
              </a:spcAft>
              <a:buClr>
                <a:schemeClr val="dk1"/>
              </a:buClr>
              <a:buSzPts val="1000"/>
              <a:buFont typeface="Inter"/>
              <a:buChar char="●"/>
              <a:defRPr sz="1000">
                <a:solidFill>
                  <a:schemeClr val="dk1"/>
                </a:solidFill>
              </a:defRPr>
            </a:lvl1pPr>
            <a:lvl2pPr marL="914400" lvl="1" indent="-292100">
              <a:lnSpc>
                <a:spcPct val="100000"/>
              </a:lnSpc>
              <a:spcBef>
                <a:spcPts val="0"/>
              </a:spcBef>
              <a:spcAft>
                <a:spcPts val="0"/>
              </a:spcAft>
              <a:buClr>
                <a:schemeClr val="dk1"/>
              </a:buClr>
              <a:buSzPts val="1000"/>
              <a:buFont typeface="Inter"/>
              <a:buChar char="○"/>
              <a:defRPr sz="1000">
                <a:solidFill>
                  <a:schemeClr val="dk1"/>
                </a:solidFill>
              </a:defRPr>
            </a:lvl2pPr>
            <a:lvl3pPr marL="1371600" lvl="2" indent="-292100">
              <a:lnSpc>
                <a:spcPct val="100000"/>
              </a:lnSpc>
              <a:spcBef>
                <a:spcPts val="0"/>
              </a:spcBef>
              <a:spcAft>
                <a:spcPts val="0"/>
              </a:spcAft>
              <a:buClr>
                <a:schemeClr val="dk1"/>
              </a:buClr>
              <a:buSzPts val="1000"/>
              <a:buFont typeface="Inter"/>
              <a:buChar char="■"/>
              <a:defRPr sz="1000">
                <a:solidFill>
                  <a:schemeClr val="dk1"/>
                </a:solidFill>
              </a:defRPr>
            </a:lvl3pPr>
            <a:lvl4pPr marL="1828800" lvl="3" indent="-292100">
              <a:lnSpc>
                <a:spcPct val="100000"/>
              </a:lnSpc>
              <a:spcBef>
                <a:spcPts val="0"/>
              </a:spcBef>
              <a:spcAft>
                <a:spcPts val="0"/>
              </a:spcAft>
              <a:buClr>
                <a:schemeClr val="dk1"/>
              </a:buClr>
              <a:buSzPts val="1000"/>
              <a:buFont typeface="Inter"/>
              <a:buChar char="●"/>
              <a:defRPr sz="1000">
                <a:solidFill>
                  <a:schemeClr val="dk1"/>
                </a:solidFill>
              </a:defRPr>
            </a:lvl4pPr>
            <a:lvl5pPr marL="2286000" lvl="4" indent="-292100">
              <a:lnSpc>
                <a:spcPct val="100000"/>
              </a:lnSpc>
              <a:spcBef>
                <a:spcPts val="0"/>
              </a:spcBef>
              <a:spcAft>
                <a:spcPts val="0"/>
              </a:spcAft>
              <a:buClr>
                <a:schemeClr val="dk1"/>
              </a:buClr>
              <a:buSzPts val="1000"/>
              <a:buFont typeface="Inter"/>
              <a:buChar char="○"/>
              <a:defRPr sz="1000">
                <a:solidFill>
                  <a:schemeClr val="dk1"/>
                </a:solidFill>
              </a:defRPr>
            </a:lvl5pPr>
            <a:lvl6pPr marL="2743200" lvl="5" indent="-292100">
              <a:lnSpc>
                <a:spcPct val="100000"/>
              </a:lnSpc>
              <a:spcBef>
                <a:spcPts val="0"/>
              </a:spcBef>
              <a:spcAft>
                <a:spcPts val="0"/>
              </a:spcAft>
              <a:buClr>
                <a:schemeClr val="dk1"/>
              </a:buClr>
              <a:buSzPts val="1000"/>
              <a:buFont typeface="Inter"/>
              <a:buChar char="■"/>
              <a:defRPr sz="1000">
                <a:solidFill>
                  <a:schemeClr val="dk1"/>
                </a:solidFill>
              </a:defRPr>
            </a:lvl6pPr>
            <a:lvl7pPr marL="3200400" lvl="6" indent="-292100">
              <a:lnSpc>
                <a:spcPct val="100000"/>
              </a:lnSpc>
              <a:spcBef>
                <a:spcPts val="0"/>
              </a:spcBef>
              <a:spcAft>
                <a:spcPts val="0"/>
              </a:spcAft>
              <a:buClr>
                <a:schemeClr val="dk1"/>
              </a:buClr>
              <a:buSzPts val="1000"/>
              <a:buFont typeface="Inter"/>
              <a:buChar char="●"/>
              <a:defRPr sz="1000">
                <a:solidFill>
                  <a:schemeClr val="dk1"/>
                </a:solidFill>
              </a:defRPr>
            </a:lvl7pPr>
            <a:lvl8pPr marL="3657600" lvl="7" indent="-292100">
              <a:lnSpc>
                <a:spcPct val="100000"/>
              </a:lnSpc>
              <a:spcBef>
                <a:spcPts val="0"/>
              </a:spcBef>
              <a:spcAft>
                <a:spcPts val="0"/>
              </a:spcAft>
              <a:buClr>
                <a:schemeClr val="dk1"/>
              </a:buClr>
              <a:buSzPts val="1000"/>
              <a:buFont typeface="Inter"/>
              <a:buChar char="○"/>
              <a:defRPr sz="1000">
                <a:solidFill>
                  <a:schemeClr val="dk1"/>
                </a:solidFill>
              </a:defRPr>
            </a:lvl8pPr>
            <a:lvl9pPr marL="4114800" lvl="8" indent="-292100">
              <a:lnSpc>
                <a:spcPct val="100000"/>
              </a:lnSpc>
              <a:spcBef>
                <a:spcPts val="0"/>
              </a:spcBef>
              <a:spcAft>
                <a:spcPts val="0"/>
              </a:spcAft>
              <a:buClr>
                <a:schemeClr val="dk1"/>
              </a:buClr>
              <a:buSzPts val="1000"/>
              <a:buFont typeface="Inter"/>
              <a:buChar char="■"/>
              <a:defRPr sz="1000">
                <a:solidFill>
                  <a:schemeClr val="dk1"/>
                </a:solidFill>
              </a:defRPr>
            </a:lvl9pPr>
          </a:lstStyle>
          <a:p>
            <a:endParaRPr/>
          </a:p>
        </p:txBody>
      </p:sp>
      <p:sp>
        <p:nvSpPr>
          <p:cNvPr id="170" name="Google Shape;170;p28"/>
          <p:cNvSpPr txBox="1">
            <a:spLocks noGrp="1"/>
          </p:cNvSpPr>
          <p:nvPr>
            <p:ph type="body" idx="5"/>
          </p:nvPr>
        </p:nvSpPr>
        <p:spPr>
          <a:xfrm>
            <a:off x="6091950" y="3706763"/>
            <a:ext cx="2764800" cy="972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171" name="Google Shape;171;p28"/>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172" name="Google Shape;172;p28"/>
          <p:cNvSpPr txBox="1">
            <a:spLocks noGrp="1"/>
          </p:cNvSpPr>
          <p:nvPr>
            <p:ph type="title"/>
          </p:nvPr>
        </p:nvSpPr>
        <p:spPr>
          <a:xfrm>
            <a:off x="283850" y="285900"/>
            <a:ext cx="56742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173" name="Google Shape;173;p28"/>
          <p:cNvSpPr txBox="1">
            <a:spLocks noGrp="1"/>
          </p:cNvSpPr>
          <p:nvPr>
            <p:ph type="body" idx="6"/>
          </p:nvPr>
        </p:nvSpPr>
        <p:spPr>
          <a:xfrm>
            <a:off x="6091950" y="1553875"/>
            <a:ext cx="2764800" cy="972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174" name="Google Shape;174;p28"/>
          <p:cNvSpPr txBox="1">
            <a:spLocks noGrp="1"/>
          </p:cNvSpPr>
          <p:nvPr>
            <p:ph type="title" idx="7"/>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75" name="Google Shape;175;p28"/>
          <p:cNvSpPr txBox="1">
            <a:spLocks noGrp="1"/>
          </p:cNvSpPr>
          <p:nvPr>
            <p:ph type="title" idx="8"/>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76" name="Google Shape;176;p28"/>
          <p:cNvSpPr txBox="1">
            <a:spLocks noGrp="1"/>
          </p:cNvSpPr>
          <p:nvPr>
            <p:ph type="subTitle" idx="9"/>
          </p:nvPr>
        </p:nvSpPr>
        <p:spPr>
          <a:xfrm>
            <a:off x="1648600" y="2636275"/>
            <a:ext cx="4095900" cy="972000"/>
          </a:xfrm>
          <a:prstGeom prst="rect">
            <a:avLst/>
          </a:prstGeom>
        </p:spPr>
        <p:txBody>
          <a:bodyPr spcFirstLastPara="1" wrap="square" lIns="0" tIns="0" rIns="0" bIns="0" anchor="ctr" anchorCtr="0">
            <a:normAutofit/>
          </a:bodyPr>
          <a:lstStyle>
            <a:lvl1pPr lvl="0">
              <a:spcBef>
                <a:spcPts val="0"/>
              </a:spcBef>
              <a:spcAft>
                <a:spcPts val="0"/>
              </a:spcAft>
              <a:buClr>
                <a:schemeClr val="accent4"/>
              </a:buClr>
              <a:buSzPts val="3600"/>
              <a:buFont typeface="Inter"/>
              <a:buNone/>
              <a:defRPr sz="3600">
                <a:solidFill>
                  <a:schemeClr val="accent4"/>
                </a:solidFill>
              </a:defRPr>
            </a:lvl1pPr>
            <a:lvl2pPr lvl="1">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2pPr>
            <a:lvl3pPr lvl="2">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3pPr>
            <a:lvl4pPr lvl="3">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4pPr>
            <a:lvl5pPr lvl="4">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5pPr>
            <a:lvl6pPr lvl="5">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6pPr>
            <a:lvl7pPr lvl="6">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7pPr>
            <a:lvl8pPr lvl="7">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8pPr>
            <a:lvl9pPr lvl="8">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9pPr>
          </a:lstStyle>
          <a:p>
            <a:endParaRPr/>
          </a:p>
        </p:txBody>
      </p:sp>
      <p:sp>
        <p:nvSpPr>
          <p:cNvPr id="177" name="Google Shape;177;p28"/>
          <p:cNvSpPr txBox="1">
            <a:spLocks noGrp="1"/>
          </p:cNvSpPr>
          <p:nvPr>
            <p:ph type="subTitle" idx="13"/>
          </p:nvPr>
        </p:nvSpPr>
        <p:spPr>
          <a:xfrm>
            <a:off x="1648600" y="1552438"/>
            <a:ext cx="4095900" cy="972000"/>
          </a:xfrm>
          <a:prstGeom prst="rect">
            <a:avLst/>
          </a:prstGeom>
        </p:spPr>
        <p:txBody>
          <a:bodyPr spcFirstLastPara="1" wrap="square" lIns="0" tIns="0" rIns="0" bIns="0" anchor="ctr" anchorCtr="0">
            <a:normAutofit/>
          </a:bodyPr>
          <a:lstStyle>
            <a:lvl1pPr lvl="0">
              <a:spcBef>
                <a:spcPts val="0"/>
              </a:spcBef>
              <a:spcAft>
                <a:spcPts val="0"/>
              </a:spcAft>
              <a:buClr>
                <a:schemeClr val="accent1"/>
              </a:buClr>
              <a:buSzPts val="3600"/>
              <a:buFont typeface="Inter"/>
              <a:buNone/>
              <a:defRPr sz="3600">
                <a:solidFill>
                  <a:schemeClr val="accent1"/>
                </a:solidFill>
              </a:defRPr>
            </a:lvl1pPr>
            <a:lvl2pPr lvl="1">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2pPr>
            <a:lvl3pPr lvl="2">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3pPr>
            <a:lvl4pPr lvl="3">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4pPr>
            <a:lvl5pPr lvl="4">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5pPr>
            <a:lvl6pPr lvl="5">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6pPr>
            <a:lvl7pPr lvl="6">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7pPr>
            <a:lvl8pPr lvl="7">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8pPr>
            <a:lvl9pPr lvl="8">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9pPr>
          </a:lstStyle>
          <a:p>
            <a:endParaRPr/>
          </a:p>
        </p:txBody>
      </p:sp>
      <p:sp>
        <p:nvSpPr>
          <p:cNvPr id="178" name="Google Shape;178;p28"/>
          <p:cNvSpPr txBox="1">
            <a:spLocks noGrp="1"/>
          </p:cNvSpPr>
          <p:nvPr>
            <p:ph type="subTitle" idx="14"/>
          </p:nvPr>
        </p:nvSpPr>
        <p:spPr>
          <a:xfrm>
            <a:off x="1648600" y="3707613"/>
            <a:ext cx="4095900" cy="972000"/>
          </a:xfrm>
          <a:prstGeom prst="rect">
            <a:avLst/>
          </a:prstGeom>
        </p:spPr>
        <p:txBody>
          <a:bodyPr spcFirstLastPara="1" wrap="square" lIns="0" tIns="0" rIns="0" bIns="0" anchor="ctr" anchorCtr="0">
            <a:normAutofit/>
          </a:bodyPr>
          <a:lstStyle>
            <a:lvl1pPr lvl="0">
              <a:spcBef>
                <a:spcPts val="0"/>
              </a:spcBef>
              <a:spcAft>
                <a:spcPts val="0"/>
              </a:spcAft>
              <a:buClr>
                <a:schemeClr val="accent5"/>
              </a:buClr>
              <a:buSzPts val="3600"/>
              <a:buFont typeface="Inter"/>
              <a:buNone/>
              <a:defRPr sz="3600">
                <a:solidFill>
                  <a:schemeClr val="accent5"/>
                </a:solidFill>
              </a:defRPr>
            </a:lvl1pPr>
            <a:lvl2pPr lvl="1">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2pPr>
            <a:lvl3pPr lvl="2">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3pPr>
            <a:lvl4pPr lvl="3">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4pPr>
            <a:lvl5pPr lvl="4">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5pPr>
            <a:lvl6pPr lvl="5">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6pPr>
            <a:lvl7pPr lvl="6">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7pPr>
            <a:lvl8pPr lvl="7">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8pPr>
            <a:lvl9pPr lvl="8">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hree big ideas - Alt 6">
  <p:cSld name="BLANK_1_1_1_1_1_1_1_1_1_1_1_1_1_2_1_2_1_1">
    <p:bg>
      <p:bgPr>
        <a:solidFill>
          <a:schemeClr val="lt1"/>
        </a:solidFill>
        <a:effectLst/>
      </p:bgPr>
    </p:bg>
    <p:spTree>
      <p:nvGrpSpPr>
        <p:cNvPr id="1" name="Shape 179"/>
        <p:cNvGrpSpPr/>
        <p:nvPr/>
      </p:nvGrpSpPr>
      <p:grpSpPr>
        <a:xfrm>
          <a:off x="0" y="0"/>
          <a:ext cx="0" cy="0"/>
          <a:chOff x="0" y="0"/>
          <a:chExt cx="0" cy="0"/>
        </a:xfrm>
      </p:grpSpPr>
      <p:sp>
        <p:nvSpPr>
          <p:cNvPr id="180" name="Google Shape;180;p29"/>
          <p:cNvSpPr txBox="1">
            <a:spLocks noGrp="1"/>
          </p:cNvSpPr>
          <p:nvPr>
            <p:ph type="subTitle" idx="1"/>
          </p:nvPr>
        </p:nvSpPr>
        <p:spPr>
          <a:xfrm>
            <a:off x="3185700" y="3716975"/>
            <a:ext cx="1005000" cy="972000"/>
          </a:xfrm>
          <a:prstGeom prst="rect">
            <a:avLst/>
          </a:prstGeom>
        </p:spPr>
        <p:txBody>
          <a:bodyPr spcFirstLastPara="1" wrap="square" lIns="0" tIns="0" rIns="0" bIns="0" anchor="ctr" anchorCtr="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81" name="Google Shape;181;p29"/>
          <p:cNvSpPr txBox="1">
            <a:spLocks noGrp="1"/>
          </p:cNvSpPr>
          <p:nvPr>
            <p:ph type="subTitle" idx="2"/>
          </p:nvPr>
        </p:nvSpPr>
        <p:spPr>
          <a:xfrm>
            <a:off x="1736388" y="2636275"/>
            <a:ext cx="1005000" cy="972000"/>
          </a:xfrm>
          <a:prstGeom prst="rect">
            <a:avLst/>
          </a:prstGeom>
        </p:spPr>
        <p:txBody>
          <a:bodyPr spcFirstLastPara="1" wrap="square" lIns="0" tIns="0" rIns="0" bIns="0" anchor="ctr" anchorCtr="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82" name="Google Shape;182;p29"/>
          <p:cNvSpPr txBox="1">
            <a:spLocks noGrp="1"/>
          </p:cNvSpPr>
          <p:nvPr>
            <p:ph type="subTitle" idx="3"/>
          </p:nvPr>
        </p:nvSpPr>
        <p:spPr>
          <a:xfrm>
            <a:off x="288625" y="1555575"/>
            <a:ext cx="1005000" cy="972000"/>
          </a:xfrm>
          <a:prstGeom prst="rect">
            <a:avLst/>
          </a:prstGeom>
        </p:spPr>
        <p:txBody>
          <a:bodyPr spcFirstLastPara="1" wrap="square" lIns="0" tIns="0" rIns="0" bIns="0" anchor="ctr" anchorCtr="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83" name="Google Shape;183;p29"/>
          <p:cNvSpPr txBox="1">
            <a:spLocks noGrp="1"/>
          </p:cNvSpPr>
          <p:nvPr>
            <p:ph type="body" idx="4"/>
          </p:nvPr>
        </p:nvSpPr>
        <p:spPr>
          <a:xfrm>
            <a:off x="3187500" y="2635425"/>
            <a:ext cx="4227000" cy="972000"/>
          </a:xfrm>
          <a:prstGeom prst="rect">
            <a:avLst/>
          </a:prstGeom>
        </p:spPr>
        <p:txBody>
          <a:bodyPr spcFirstLastPara="1" wrap="square" lIns="0" tIns="0" rIns="0" bIns="0" anchor="ctr" anchorCtr="0">
            <a:noAutofit/>
          </a:bodyPr>
          <a:lstStyle>
            <a:lvl1pPr marL="457200" lvl="0" indent="-304800">
              <a:lnSpc>
                <a:spcPct val="100000"/>
              </a:lnSpc>
              <a:spcBef>
                <a:spcPts val="0"/>
              </a:spcBef>
              <a:spcAft>
                <a:spcPts val="0"/>
              </a:spcAft>
              <a:buClr>
                <a:schemeClr val="dk1"/>
              </a:buClr>
              <a:buSzPts val="1200"/>
              <a:buFont typeface="Inter"/>
              <a:buChar char="●"/>
              <a:defRPr>
                <a:solidFill>
                  <a:schemeClr val="dk1"/>
                </a:solidFill>
              </a:defRPr>
            </a:lvl1pPr>
            <a:lvl2pPr marL="914400" lvl="1" indent="-304800">
              <a:lnSpc>
                <a:spcPct val="100000"/>
              </a:lnSpc>
              <a:spcBef>
                <a:spcPts val="0"/>
              </a:spcBef>
              <a:spcAft>
                <a:spcPts val="0"/>
              </a:spcAft>
              <a:buClr>
                <a:schemeClr val="dk1"/>
              </a:buClr>
              <a:buSzPts val="1200"/>
              <a:buFont typeface="Inter"/>
              <a:buChar char="○"/>
              <a:defRPr>
                <a:solidFill>
                  <a:schemeClr val="dk1"/>
                </a:solidFill>
              </a:defRPr>
            </a:lvl2pPr>
            <a:lvl3pPr marL="1371600" lvl="2" indent="-304800">
              <a:lnSpc>
                <a:spcPct val="100000"/>
              </a:lnSpc>
              <a:spcBef>
                <a:spcPts val="0"/>
              </a:spcBef>
              <a:spcAft>
                <a:spcPts val="0"/>
              </a:spcAft>
              <a:buClr>
                <a:schemeClr val="dk1"/>
              </a:buClr>
              <a:buSzPts val="1200"/>
              <a:buFont typeface="Inter"/>
              <a:buChar char="■"/>
              <a:defRPr>
                <a:solidFill>
                  <a:schemeClr val="dk1"/>
                </a:solidFill>
              </a:defRPr>
            </a:lvl3pPr>
            <a:lvl4pPr marL="1828800" lvl="3" indent="-304800">
              <a:lnSpc>
                <a:spcPct val="100000"/>
              </a:lnSpc>
              <a:spcBef>
                <a:spcPts val="0"/>
              </a:spcBef>
              <a:spcAft>
                <a:spcPts val="0"/>
              </a:spcAft>
              <a:buClr>
                <a:schemeClr val="dk1"/>
              </a:buClr>
              <a:buSzPts val="1200"/>
              <a:buFont typeface="Inter"/>
              <a:buChar char="●"/>
              <a:defRPr>
                <a:solidFill>
                  <a:schemeClr val="dk1"/>
                </a:solidFill>
              </a:defRPr>
            </a:lvl4pPr>
            <a:lvl5pPr marL="2286000" lvl="4" indent="-304800">
              <a:lnSpc>
                <a:spcPct val="100000"/>
              </a:lnSpc>
              <a:spcBef>
                <a:spcPts val="0"/>
              </a:spcBef>
              <a:spcAft>
                <a:spcPts val="0"/>
              </a:spcAft>
              <a:buClr>
                <a:schemeClr val="dk1"/>
              </a:buClr>
              <a:buSzPts val="1200"/>
              <a:buFont typeface="Inter"/>
              <a:buChar char="○"/>
              <a:defRPr>
                <a:solidFill>
                  <a:schemeClr val="dk1"/>
                </a:solidFill>
              </a:defRPr>
            </a:lvl5pPr>
            <a:lvl6pPr marL="2743200" lvl="5" indent="-304800">
              <a:lnSpc>
                <a:spcPct val="100000"/>
              </a:lnSpc>
              <a:spcBef>
                <a:spcPts val="0"/>
              </a:spcBef>
              <a:spcAft>
                <a:spcPts val="0"/>
              </a:spcAft>
              <a:buClr>
                <a:schemeClr val="dk1"/>
              </a:buClr>
              <a:buSzPts val="1200"/>
              <a:buFont typeface="Inter"/>
              <a:buChar char="■"/>
              <a:defRPr>
                <a:solidFill>
                  <a:schemeClr val="dk1"/>
                </a:solidFill>
              </a:defRPr>
            </a:lvl6pPr>
            <a:lvl7pPr marL="3200400" lvl="6" indent="-304800">
              <a:lnSpc>
                <a:spcPct val="100000"/>
              </a:lnSpc>
              <a:spcBef>
                <a:spcPts val="0"/>
              </a:spcBef>
              <a:spcAft>
                <a:spcPts val="0"/>
              </a:spcAft>
              <a:buClr>
                <a:schemeClr val="dk1"/>
              </a:buClr>
              <a:buSzPts val="1200"/>
              <a:buFont typeface="Inter"/>
              <a:buChar char="●"/>
              <a:defRPr>
                <a:solidFill>
                  <a:schemeClr val="dk1"/>
                </a:solidFill>
              </a:defRPr>
            </a:lvl7pPr>
            <a:lvl8pPr marL="3657600" lvl="7" indent="-304800">
              <a:lnSpc>
                <a:spcPct val="100000"/>
              </a:lnSpc>
              <a:spcBef>
                <a:spcPts val="0"/>
              </a:spcBef>
              <a:spcAft>
                <a:spcPts val="0"/>
              </a:spcAft>
              <a:buClr>
                <a:schemeClr val="dk1"/>
              </a:buClr>
              <a:buSzPts val="1200"/>
              <a:buFont typeface="Inter"/>
              <a:buChar char="○"/>
              <a:defRPr>
                <a:solidFill>
                  <a:schemeClr val="dk1"/>
                </a:solidFill>
              </a:defRPr>
            </a:lvl8pPr>
            <a:lvl9pPr marL="4114800" lvl="8" indent="-304800">
              <a:lnSpc>
                <a:spcPct val="100000"/>
              </a:lnSpc>
              <a:spcBef>
                <a:spcPts val="0"/>
              </a:spcBef>
              <a:spcAft>
                <a:spcPts val="0"/>
              </a:spcAft>
              <a:buClr>
                <a:schemeClr val="dk1"/>
              </a:buClr>
              <a:buSzPts val="1200"/>
              <a:buFont typeface="Inter"/>
              <a:buChar char="■"/>
              <a:defRPr>
                <a:solidFill>
                  <a:schemeClr val="dk1"/>
                </a:solidFill>
              </a:defRPr>
            </a:lvl9pPr>
          </a:lstStyle>
          <a:p>
            <a:endParaRPr/>
          </a:p>
        </p:txBody>
      </p:sp>
      <p:sp>
        <p:nvSpPr>
          <p:cNvPr id="184" name="Google Shape;184;p29"/>
          <p:cNvSpPr txBox="1">
            <a:spLocks noGrp="1"/>
          </p:cNvSpPr>
          <p:nvPr>
            <p:ph type="body" idx="5"/>
          </p:nvPr>
        </p:nvSpPr>
        <p:spPr>
          <a:xfrm>
            <a:off x="4629750" y="3706771"/>
            <a:ext cx="4227000" cy="972000"/>
          </a:xfrm>
          <a:prstGeom prst="rect">
            <a:avLst/>
          </a:prstGeom>
        </p:spPr>
        <p:txBody>
          <a:bodyPr spcFirstLastPara="1" wrap="square" lIns="0" tIns="0" rIns="0" bIns="0" anchor="ctr" anchorCtr="0">
            <a:noAutofit/>
          </a:bodyPr>
          <a:lstStyle>
            <a:lvl1pPr marL="457200" lvl="0" indent="-304800">
              <a:spcBef>
                <a:spcPts val="0"/>
              </a:spcBef>
              <a:spcAft>
                <a:spcPts val="0"/>
              </a:spcAft>
              <a:buClr>
                <a:schemeClr val="dk1"/>
              </a:buClr>
              <a:buSzPts val="1200"/>
              <a:buFont typeface="Inter"/>
              <a:buChar char="●"/>
              <a:defRPr>
                <a:solidFill>
                  <a:schemeClr val="dk1"/>
                </a:solidFill>
              </a:defRPr>
            </a:lvl1pPr>
            <a:lvl2pPr marL="914400" lvl="1" indent="-304800">
              <a:spcBef>
                <a:spcPts val="0"/>
              </a:spcBef>
              <a:spcAft>
                <a:spcPts val="0"/>
              </a:spcAft>
              <a:buClr>
                <a:schemeClr val="dk1"/>
              </a:buClr>
              <a:buSzPts val="1200"/>
              <a:buFont typeface="Inter"/>
              <a:buChar char="○"/>
              <a:defRPr>
                <a:solidFill>
                  <a:schemeClr val="dk1"/>
                </a:solidFill>
              </a:defRPr>
            </a:lvl2pPr>
            <a:lvl3pPr marL="1371600" lvl="2" indent="-304800">
              <a:spcBef>
                <a:spcPts val="0"/>
              </a:spcBef>
              <a:spcAft>
                <a:spcPts val="0"/>
              </a:spcAft>
              <a:buClr>
                <a:schemeClr val="dk1"/>
              </a:buClr>
              <a:buSzPts val="1200"/>
              <a:buFont typeface="Inter"/>
              <a:buChar char="■"/>
              <a:defRPr>
                <a:solidFill>
                  <a:schemeClr val="dk1"/>
                </a:solidFill>
              </a:defRPr>
            </a:lvl3pPr>
            <a:lvl4pPr marL="1828800" lvl="3" indent="-304800">
              <a:spcBef>
                <a:spcPts val="0"/>
              </a:spcBef>
              <a:spcAft>
                <a:spcPts val="0"/>
              </a:spcAft>
              <a:buClr>
                <a:schemeClr val="dk1"/>
              </a:buClr>
              <a:buSzPts val="1200"/>
              <a:buFont typeface="Inter"/>
              <a:buChar char="●"/>
              <a:defRPr>
                <a:solidFill>
                  <a:schemeClr val="dk1"/>
                </a:solidFill>
              </a:defRPr>
            </a:lvl4pPr>
            <a:lvl5pPr marL="2286000" lvl="4" indent="-304800">
              <a:spcBef>
                <a:spcPts val="0"/>
              </a:spcBef>
              <a:spcAft>
                <a:spcPts val="0"/>
              </a:spcAft>
              <a:buClr>
                <a:schemeClr val="dk1"/>
              </a:buClr>
              <a:buSzPts val="1200"/>
              <a:buFont typeface="Inter"/>
              <a:buChar char="○"/>
              <a:defRPr>
                <a:solidFill>
                  <a:schemeClr val="dk1"/>
                </a:solidFill>
              </a:defRPr>
            </a:lvl5pPr>
            <a:lvl6pPr marL="2743200" lvl="5" indent="-304800">
              <a:spcBef>
                <a:spcPts val="0"/>
              </a:spcBef>
              <a:spcAft>
                <a:spcPts val="0"/>
              </a:spcAft>
              <a:buClr>
                <a:schemeClr val="dk1"/>
              </a:buClr>
              <a:buSzPts val="1200"/>
              <a:buFont typeface="Inter"/>
              <a:buChar char="■"/>
              <a:defRPr>
                <a:solidFill>
                  <a:schemeClr val="dk1"/>
                </a:solidFill>
              </a:defRPr>
            </a:lvl6pPr>
            <a:lvl7pPr marL="3200400" lvl="6" indent="-304800">
              <a:spcBef>
                <a:spcPts val="0"/>
              </a:spcBef>
              <a:spcAft>
                <a:spcPts val="0"/>
              </a:spcAft>
              <a:buClr>
                <a:schemeClr val="dk1"/>
              </a:buClr>
              <a:buSzPts val="1200"/>
              <a:buFont typeface="Inter"/>
              <a:buChar char="●"/>
              <a:defRPr>
                <a:solidFill>
                  <a:schemeClr val="dk1"/>
                </a:solidFill>
              </a:defRPr>
            </a:lvl7pPr>
            <a:lvl8pPr marL="3657600" lvl="7" indent="-304800">
              <a:spcBef>
                <a:spcPts val="0"/>
              </a:spcBef>
              <a:spcAft>
                <a:spcPts val="0"/>
              </a:spcAft>
              <a:buClr>
                <a:schemeClr val="dk1"/>
              </a:buClr>
              <a:buSzPts val="1200"/>
              <a:buFont typeface="Inter"/>
              <a:buChar char="○"/>
              <a:defRPr>
                <a:solidFill>
                  <a:schemeClr val="dk1"/>
                </a:solidFill>
              </a:defRPr>
            </a:lvl8pPr>
            <a:lvl9pPr marL="4114800" lvl="8" indent="-304800">
              <a:spcBef>
                <a:spcPts val="0"/>
              </a:spcBef>
              <a:spcAft>
                <a:spcPts val="0"/>
              </a:spcAft>
              <a:buClr>
                <a:schemeClr val="dk1"/>
              </a:buClr>
              <a:buSzPts val="1200"/>
              <a:buFont typeface="Inter"/>
              <a:buChar char="■"/>
              <a:defRPr>
                <a:solidFill>
                  <a:schemeClr val="dk1"/>
                </a:solidFill>
              </a:defRPr>
            </a:lvl9pPr>
          </a:lstStyle>
          <a:p>
            <a:endParaRPr/>
          </a:p>
        </p:txBody>
      </p:sp>
      <p:sp>
        <p:nvSpPr>
          <p:cNvPr id="185" name="Google Shape;185;p29"/>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186" name="Google Shape;186;p29"/>
          <p:cNvSpPr txBox="1">
            <a:spLocks noGrp="1"/>
          </p:cNvSpPr>
          <p:nvPr>
            <p:ph type="title"/>
          </p:nvPr>
        </p:nvSpPr>
        <p:spPr>
          <a:xfrm>
            <a:off x="283850" y="285900"/>
            <a:ext cx="56742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187" name="Google Shape;187;p29"/>
          <p:cNvSpPr txBox="1">
            <a:spLocks noGrp="1"/>
          </p:cNvSpPr>
          <p:nvPr>
            <p:ph type="body" idx="6"/>
          </p:nvPr>
        </p:nvSpPr>
        <p:spPr>
          <a:xfrm>
            <a:off x="1736400" y="1553875"/>
            <a:ext cx="4227000" cy="972000"/>
          </a:xfrm>
          <a:prstGeom prst="rect">
            <a:avLst/>
          </a:prstGeom>
        </p:spPr>
        <p:txBody>
          <a:bodyPr spcFirstLastPara="1" wrap="square" lIns="0" tIns="0" rIns="0" bIns="0" anchor="t" anchorCtr="0">
            <a:noAutofit/>
          </a:bodyPr>
          <a:lstStyle>
            <a:lvl1pPr marL="457200" lvl="0" indent="-304800">
              <a:spcBef>
                <a:spcPts val="0"/>
              </a:spcBef>
              <a:spcAft>
                <a:spcPts val="0"/>
              </a:spcAft>
              <a:buClr>
                <a:schemeClr val="dk1"/>
              </a:buClr>
              <a:buSzPts val="1200"/>
              <a:buFont typeface="Inter"/>
              <a:buChar char="●"/>
              <a:defRPr>
                <a:solidFill>
                  <a:schemeClr val="dk1"/>
                </a:solidFill>
              </a:defRPr>
            </a:lvl1pPr>
            <a:lvl2pPr marL="914400" lvl="1" indent="-304800">
              <a:spcBef>
                <a:spcPts val="0"/>
              </a:spcBef>
              <a:spcAft>
                <a:spcPts val="0"/>
              </a:spcAft>
              <a:buClr>
                <a:schemeClr val="dk1"/>
              </a:buClr>
              <a:buSzPts val="1200"/>
              <a:buFont typeface="Inter"/>
              <a:buChar char="○"/>
              <a:defRPr>
                <a:solidFill>
                  <a:schemeClr val="dk1"/>
                </a:solidFill>
              </a:defRPr>
            </a:lvl2pPr>
            <a:lvl3pPr marL="1371600" lvl="2" indent="-304800">
              <a:spcBef>
                <a:spcPts val="0"/>
              </a:spcBef>
              <a:spcAft>
                <a:spcPts val="0"/>
              </a:spcAft>
              <a:buClr>
                <a:schemeClr val="dk1"/>
              </a:buClr>
              <a:buSzPts val="1200"/>
              <a:buFont typeface="Inter"/>
              <a:buChar char="■"/>
              <a:defRPr>
                <a:solidFill>
                  <a:schemeClr val="dk1"/>
                </a:solidFill>
              </a:defRPr>
            </a:lvl3pPr>
            <a:lvl4pPr marL="1828800" lvl="3" indent="-304800">
              <a:spcBef>
                <a:spcPts val="0"/>
              </a:spcBef>
              <a:spcAft>
                <a:spcPts val="0"/>
              </a:spcAft>
              <a:buClr>
                <a:schemeClr val="dk1"/>
              </a:buClr>
              <a:buSzPts val="1200"/>
              <a:buFont typeface="Inter"/>
              <a:buChar char="●"/>
              <a:defRPr>
                <a:solidFill>
                  <a:schemeClr val="dk1"/>
                </a:solidFill>
              </a:defRPr>
            </a:lvl4pPr>
            <a:lvl5pPr marL="2286000" lvl="4" indent="-304800">
              <a:spcBef>
                <a:spcPts val="0"/>
              </a:spcBef>
              <a:spcAft>
                <a:spcPts val="0"/>
              </a:spcAft>
              <a:buClr>
                <a:schemeClr val="dk1"/>
              </a:buClr>
              <a:buSzPts val="1200"/>
              <a:buFont typeface="Inter"/>
              <a:buChar char="○"/>
              <a:defRPr>
                <a:solidFill>
                  <a:schemeClr val="dk1"/>
                </a:solidFill>
              </a:defRPr>
            </a:lvl5pPr>
            <a:lvl6pPr marL="2743200" lvl="5" indent="-304800">
              <a:spcBef>
                <a:spcPts val="0"/>
              </a:spcBef>
              <a:spcAft>
                <a:spcPts val="0"/>
              </a:spcAft>
              <a:buClr>
                <a:schemeClr val="dk1"/>
              </a:buClr>
              <a:buSzPts val="1200"/>
              <a:buFont typeface="Inter"/>
              <a:buChar char="■"/>
              <a:defRPr>
                <a:solidFill>
                  <a:schemeClr val="dk1"/>
                </a:solidFill>
              </a:defRPr>
            </a:lvl6pPr>
            <a:lvl7pPr marL="3200400" lvl="6" indent="-304800">
              <a:spcBef>
                <a:spcPts val="0"/>
              </a:spcBef>
              <a:spcAft>
                <a:spcPts val="0"/>
              </a:spcAft>
              <a:buClr>
                <a:schemeClr val="dk1"/>
              </a:buClr>
              <a:buSzPts val="1200"/>
              <a:buFont typeface="Inter"/>
              <a:buChar char="●"/>
              <a:defRPr>
                <a:solidFill>
                  <a:schemeClr val="dk1"/>
                </a:solidFill>
              </a:defRPr>
            </a:lvl7pPr>
            <a:lvl8pPr marL="3657600" lvl="7" indent="-304800">
              <a:spcBef>
                <a:spcPts val="0"/>
              </a:spcBef>
              <a:spcAft>
                <a:spcPts val="0"/>
              </a:spcAft>
              <a:buClr>
                <a:schemeClr val="dk1"/>
              </a:buClr>
              <a:buSzPts val="1200"/>
              <a:buFont typeface="Inter"/>
              <a:buChar char="○"/>
              <a:defRPr>
                <a:solidFill>
                  <a:schemeClr val="dk1"/>
                </a:solidFill>
              </a:defRPr>
            </a:lvl8pPr>
            <a:lvl9pPr marL="4114800" lvl="8" indent="-304800">
              <a:spcBef>
                <a:spcPts val="0"/>
              </a:spcBef>
              <a:spcAft>
                <a:spcPts val="0"/>
              </a:spcAft>
              <a:buClr>
                <a:schemeClr val="dk1"/>
              </a:buClr>
              <a:buSzPts val="1200"/>
              <a:buFont typeface="Inter"/>
              <a:buChar char="■"/>
              <a:defRPr>
                <a:solidFill>
                  <a:schemeClr val="dk1"/>
                </a:solidFill>
              </a:defRPr>
            </a:lvl9pPr>
          </a:lstStyle>
          <a:p>
            <a:endParaRPr/>
          </a:p>
        </p:txBody>
      </p:sp>
      <p:sp>
        <p:nvSpPr>
          <p:cNvPr id="188" name="Google Shape;188;p29"/>
          <p:cNvSpPr txBox="1">
            <a:spLocks noGrp="1"/>
          </p:cNvSpPr>
          <p:nvPr>
            <p:ph type="title" idx="7"/>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89" name="Google Shape;189;p29"/>
          <p:cNvSpPr txBox="1">
            <a:spLocks noGrp="1"/>
          </p:cNvSpPr>
          <p:nvPr>
            <p:ph type="title" idx="8"/>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hree big ideas - Alt 8">
  <p:cSld name="BLANK_1_1_1_1_1_1_1_1_1_1_1_1_1_2_1_1_1">
    <p:spTree>
      <p:nvGrpSpPr>
        <p:cNvPr id="1" name="Shape 190"/>
        <p:cNvGrpSpPr/>
        <p:nvPr/>
      </p:nvGrpSpPr>
      <p:grpSpPr>
        <a:xfrm>
          <a:off x="0" y="0"/>
          <a:ext cx="0" cy="0"/>
          <a:chOff x="0" y="0"/>
          <a:chExt cx="0" cy="0"/>
        </a:xfrm>
      </p:grpSpPr>
      <p:sp>
        <p:nvSpPr>
          <p:cNvPr id="191" name="Google Shape;191;p30"/>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92" name="Google Shape;192;p30"/>
          <p:cNvSpPr txBox="1">
            <a:spLocks noGrp="1"/>
          </p:cNvSpPr>
          <p:nvPr>
            <p:ph type="title"/>
          </p:nvPr>
        </p:nvSpPr>
        <p:spPr>
          <a:xfrm>
            <a:off x="283850" y="285900"/>
            <a:ext cx="5674200" cy="22353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a:endParaRPr/>
          </a:p>
        </p:txBody>
      </p:sp>
      <p:sp>
        <p:nvSpPr>
          <p:cNvPr id="193" name="Google Shape;193;p30"/>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4" name="Google Shape;194;p30"/>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5" name="Google Shape;195;p30"/>
          <p:cNvSpPr txBox="1">
            <a:spLocks noGrp="1"/>
          </p:cNvSpPr>
          <p:nvPr>
            <p:ph type="body" idx="1"/>
          </p:nvPr>
        </p:nvSpPr>
        <p:spPr>
          <a:xfrm>
            <a:off x="2456850" y="3716975"/>
            <a:ext cx="2055000" cy="7284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196" name="Google Shape;196;p30"/>
          <p:cNvSpPr txBox="1">
            <a:spLocks noGrp="1"/>
          </p:cNvSpPr>
          <p:nvPr>
            <p:ph type="body" idx="4"/>
          </p:nvPr>
        </p:nvSpPr>
        <p:spPr>
          <a:xfrm>
            <a:off x="4629750" y="3716975"/>
            <a:ext cx="2055000" cy="7284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197" name="Google Shape;197;p30"/>
          <p:cNvSpPr txBox="1">
            <a:spLocks noGrp="1"/>
          </p:cNvSpPr>
          <p:nvPr>
            <p:ph type="body" idx="5"/>
          </p:nvPr>
        </p:nvSpPr>
        <p:spPr>
          <a:xfrm>
            <a:off x="6802050" y="3716975"/>
            <a:ext cx="2054700" cy="7284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hree big ideas - Alt 9">
  <p:cSld name="BLANK_1_1_1_1_1_1_1_1_1_1_1_1_1_2_1_1_2">
    <p:spTree>
      <p:nvGrpSpPr>
        <p:cNvPr id="1" name="Shape 198"/>
        <p:cNvGrpSpPr/>
        <p:nvPr/>
      </p:nvGrpSpPr>
      <p:grpSpPr>
        <a:xfrm>
          <a:off x="0" y="0"/>
          <a:ext cx="0" cy="0"/>
          <a:chOff x="0" y="0"/>
          <a:chExt cx="0" cy="0"/>
        </a:xfrm>
      </p:grpSpPr>
      <p:sp>
        <p:nvSpPr>
          <p:cNvPr id="199" name="Google Shape;199;p31"/>
          <p:cNvSpPr txBox="1">
            <a:spLocks noGrp="1"/>
          </p:cNvSpPr>
          <p:nvPr>
            <p:ph type="body" idx="1"/>
          </p:nvPr>
        </p:nvSpPr>
        <p:spPr>
          <a:xfrm>
            <a:off x="6091950" y="1553875"/>
            <a:ext cx="2764800" cy="972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200" name="Google Shape;200;p31"/>
          <p:cNvSpPr txBox="1">
            <a:spLocks noGrp="1"/>
          </p:cNvSpPr>
          <p:nvPr>
            <p:ph type="body" idx="2"/>
          </p:nvPr>
        </p:nvSpPr>
        <p:spPr>
          <a:xfrm>
            <a:off x="6091950" y="2635425"/>
            <a:ext cx="2764800" cy="972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201" name="Google Shape;201;p31"/>
          <p:cNvSpPr txBox="1">
            <a:spLocks noGrp="1"/>
          </p:cNvSpPr>
          <p:nvPr>
            <p:ph type="body" idx="3"/>
          </p:nvPr>
        </p:nvSpPr>
        <p:spPr>
          <a:xfrm>
            <a:off x="6091950" y="3706763"/>
            <a:ext cx="2764800" cy="972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202" name="Google Shape;202;p31"/>
          <p:cNvSpPr txBox="1">
            <a:spLocks noGrp="1"/>
          </p:cNvSpPr>
          <p:nvPr>
            <p:ph type="title"/>
          </p:nvPr>
        </p:nvSpPr>
        <p:spPr>
          <a:xfrm>
            <a:off x="283850" y="285900"/>
            <a:ext cx="42276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1800"/>
            </a:lvl1pPr>
            <a:lvl2pPr lvl="1">
              <a:lnSpc>
                <a:spcPct val="85000"/>
              </a:lnSpc>
              <a:spcBef>
                <a:spcPts val="0"/>
              </a:spcBef>
              <a:spcAft>
                <a:spcPts val="0"/>
              </a:spcAft>
              <a:buNone/>
              <a:defRPr sz="1800"/>
            </a:lvl2pPr>
            <a:lvl3pPr lvl="2">
              <a:lnSpc>
                <a:spcPct val="85000"/>
              </a:lnSpc>
              <a:spcBef>
                <a:spcPts val="0"/>
              </a:spcBef>
              <a:spcAft>
                <a:spcPts val="0"/>
              </a:spcAft>
              <a:buNone/>
              <a:defRPr sz="1800"/>
            </a:lvl3pPr>
            <a:lvl4pPr lvl="3">
              <a:lnSpc>
                <a:spcPct val="85000"/>
              </a:lnSpc>
              <a:spcBef>
                <a:spcPts val="0"/>
              </a:spcBef>
              <a:spcAft>
                <a:spcPts val="0"/>
              </a:spcAft>
              <a:buNone/>
              <a:defRPr sz="1800"/>
            </a:lvl4pPr>
            <a:lvl5pPr lvl="4">
              <a:lnSpc>
                <a:spcPct val="85000"/>
              </a:lnSpc>
              <a:spcBef>
                <a:spcPts val="0"/>
              </a:spcBef>
              <a:spcAft>
                <a:spcPts val="0"/>
              </a:spcAft>
              <a:buNone/>
              <a:defRPr sz="1800"/>
            </a:lvl5pPr>
            <a:lvl6pPr lvl="5">
              <a:lnSpc>
                <a:spcPct val="85000"/>
              </a:lnSpc>
              <a:spcBef>
                <a:spcPts val="0"/>
              </a:spcBef>
              <a:spcAft>
                <a:spcPts val="0"/>
              </a:spcAft>
              <a:buNone/>
              <a:defRPr sz="1800"/>
            </a:lvl6pPr>
            <a:lvl7pPr lvl="6">
              <a:lnSpc>
                <a:spcPct val="85000"/>
              </a:lnSpc>
              <a:spcBef>
                <a:spcPts val="0"/>
              </a:spcBef>
              <a:spcAft>
                <a:spcPts val="0"/>
              </a:spcAft>
              <a:buNone/>
              <a:defRPr sz="1800"/>
            </a:lvl7pPr>
            <a:lvl8pPr lvl="7">
              <a:lnSpc>
                <a:spcPct val="85000"/>
              </a:lnSpc>
              <a:spcBef>
                <a:spcPts val="0"/>
              </a:spcBef>
              <a:spcAft>
                <a:spcPts val="0"/>
              </a:spcAft>
              <a:buNone/>
              <a:defRPr sz="1800"/>
            </a:lvl8pPr>
            <a:lvl9pPr lvl="8">
              <a:lnSpc>
                <a:spcPct val="85000"/>
              </a:lnSpc>
              <a:spcBef>
                <a:spcPts val="0"/>
              </a:spcBef>
              <a:spcAft>
                <a:spcPts val="0"/>
              </a:spcAft>
              <a:buNone/>
              <a:defRPr sz="1800"/>
            </a:lvl9pPr>
          </a:lstStyle>
          <a:p>
            <a:endParaRPr/>
          </a:p>
        </p:txBody>
      </p:sp>
      <p:sp>
        <p:nvSpPr>
          <p:cNvPr id="203" name="Google Shape;203;p31"/>
          <p:cNvSpPr txBox="1">
            <a:spLocks noGrp="1"/>
          </p:cNvSpPr>
          <p:nvPr>
            <p:ph type="title" idx="4"/>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4" name="Google Shape;204;p31"/>
          <p:cNvSpPr txBox="1">
            <a:spLocks noGrp="1"/>
          </p:cNvSpPr>
          <p:nvPr>
            <p:ph type="title" idx="5"/>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5" name="Google Shape;205;p31"/>
          <p:cNvSpPr txBox="1">
            <a:spLocks noGrp="1"/>
          </p:cNvSpPr>
          <p:nvPr>
            <p:ph type="subTitle" idx="6"/>
          </p:nvPr>
        </p:nvSpPr>
        <p:spPr>
          <a:xfrm>
            <a:off x="288625" y="1555575"/>
            <a:ext cx="4509600" cy="972000"/>
          </a:xfrm>
          <a:prstGeom prst="rect">
            <a:avLst/>
          </a:prstGeom>
        </p:spPr>
        <p:txBody>
          <a:bodyPr spcFirstLastPara="1" wrap="square" lIns="0" tIns="0" rIns="0" bIns="0" anchor="t" anchorCtr="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a:endParaRPr/>
          </a:p>
        </p:txBody>
      </p:sp>
      <p:sp>
        <p:nvSpPr>
          <p:cNvPr id="206" name="Google Shape;206;p31"/>
          <p:cNvSpPr txBox="1">
            <a:spLocks noGrp="1"/>
          </p:cNvSpPr>
          <p:nvPr>
            <p:ph type="subTitle" idx="7"/>
          </p:nvPr>
        </p:nvSpPr>
        <p:spPr>
          <a:xfrm>
            <a:off x="288625" y="2636275"/>
            <a:ext cx="4509600" cy="972000"/>
          </a:xfrm>
          <a:prstGeom prst="rect">
            <a:avLst/>
          </a:prstGeom>
        </p:spPr>
        <p:txBody>
          <a:bodyPr spcFirstLastPara="1" wrap="square" lIns="0" tIns="0" rIns="0" bIns="0" anchor="t" anchorCtr="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a:endParaRPr/>
          </a:p>
        </p:txBody>
      </p:sp>
      <p:sp>
        <p:nvSpPr>
          <p:cNvPr id="207" name="Google Shape;207;p31"/>
          <p:cNvSpPr txBox="1">
            <a:spLocks noGrp="1"/>
          </p:cNvSpPr>
          <p:nvPr>
            <p:ph type="subTitle" idx="8"/>
          </p:nvPr>
        </p:nvSpPr>
        <p:spPr>
          <a:xfrm>
            <a:off x="288625" y="3716975"/>
            <a:ext cx="4509600" cy="972000"/>
          </a:xfrm>
          <a:prstGeom prst="rect">
            <a:avLst/>
          </a:prstGeom>
        </p:spPr>
        <p:txBody>
          <a:bodyPr spcFirstLastPara="1" wrap="square" lIns="0" tIns="0" rIns="0" bIns="0" anchor="t" anchorCtr="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a:endParaRPr/>
          </a:p>
        </p:txBody>
      </p:sp>
      <p:sp>
        <p:nvSpPr>
          <p:cNvPr id="208" name="Google Shape;208;p31"/>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hree big ideas - Alt 10">
  <p:cSld name="BLANK_1_1_1_1_1_1_1_1_1_1_1_1_1_2_1_3">
    <p:bg>
      <p:bgPr>
        <a:solidFill>
          <a:schemeClr val="accent3"/>
        </a:solidFill>
        <a:effectLst/>
      </p:bgPr>
    </p:bg>
    <p:spTree>
      <p:nvGrpSpPr>
        <p:cNvPr id="1" name="Shape 209"/>
        <p:cNvGrpSpPr/>
        <p:nvPr/>
      </p:nvGrpSpPr>
      <p:grpSpPr>
        <a:xfrm>
          <a:off x="0" y="0"/>
          <a:ext cx="0" cy="0"/>
          <a:chOff x="0" y="0"/>
          <a:chExt cx="0" cy="0"/>
        </a:xfrm>
      </p:grpSpPr>
      <p:sp>
        <p:nvSpPr>
          <p:cNvPr id="210" name="Google Shape;210;p32"/>
          <p:cNvSpPr txBox="1">
            <a:spLocks noGrp="1"/>
          </p:cNvSpPr>
          <p:nvPr>
            <p:ph type="subTitle" idx="1"/>
          </p:nvPr>
        </p:nvSpPr>
        <p:spPr>
          <a:xfrm>
            <a:off x="4629000" y="285900"/>
            <a:ext cx="4228200" cy="357600"/>
          </a:xfrm>
          <a:prstGeom prst="rect">
            <a:avLst/>
          </a:prstGeom>
        </p:spPr>
        <p:txBody>
          <a:bodyPr spcFirstLastPara="1" wrap="square" lIns="182875" tIns="182875" rIns="0" bIns="0" anchor="t" anchorCtr="0">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a:endParaRPr/>
          </a:p>
        </p:txBody>
      </p:sp>
      <p:sp>
        <p:nvSpPr>
          <p:cNvPr id="211" name="Google Shape;211;p32"/>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212" name="Google Shape;212;p32"/>
          <p:cNvSpPr txBox="1">
            <a:spLocks noGrp="1"/>
          </p:cNvSpPr>
          <p:nvPr>
            <p:ph type="title"/>
          </p:nvPr>
        </p:nvSpPr>
        <p:spPr>
          <a:xfrm>
            <a:off x="283850" y="285900"/>
            <a:ext cx="27648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213" name="Google Shape;213;p32"/>
          <p:cNvSpPr txBox="1">
            <a:spLocks noGrp="1"/>
          </p:cNvSpPr>
          <p:nvPr>
            <p:ph type="body" idx="2"/>
          </p:nvPr>
        </p:nvSpPr>
        <p:spPr>
          <a:xfrm>
            <a:off x="4629450" y="786100"/>
            <a:ext cx="2172600" cy="804300"/>
          </a:xfrm>
          <a:prstGeom prst="rect">
            <a:avLst/>
          </a:prstGeom>
        </p:spPr>
        <p:txBody>
          <a:bodyPr spcFirstLastPara="1" wrap="square" lIns="182875" tIns="0" rIns="182875"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214" name="Google Shape;214;p32"/>
          <p:cNvSpPr txBox="1">
            <a:spLocks noGrp="1"/>
          </p:cNvSpPr>
          <p:nvPr>
            <p:ph type="title" idx="3"/>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215" name="Google Shape;215;p32"/>
          <p:cNvSpPr txBox="1">
            <a:spLocks noGrp="1"/>
          </p:cNvSpPr>
          <p:nvPr>
            <p:ph type="title" idx="4"/>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216" name="Google Shape;216;p32"/>
          <p:cNvSpPr txBox="1">
            <a:spLocks noGrp="1"/>
          </p:cNvSpPr>
          <p:nvPr>
            <p:ph type="subTitle" idx="5"/>
          </p:nvPr>
        </p:nvSpPr>
        <p:spPr>
          <a:xfrm>
            <a:off x="4629000" y="1751850"/>
            <a:ext cx="4228200" cy="357600"/>
          </a:xfrm>
          <a:prstGeom prst="rect">
            <a:avLst/>
          </a:prstGeom>
        </p:spPr>
        <p:txBody>
          <a:bodyPr spcFirstLastPara="1" wrap="square" lIns="182875" tIns="182875" rIns="0" bIns="0" anchor="t" anchorCtr="0">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a:endParaRPr/>
          </a:p>
        </p:txBody>
      </p:sp>
      <p:sp>
        <p:nvSpPr>
          <p:cNvPr id="217" name="Google Shape;217;p32"/>
          <p:cNvSpPr txBox="1">
            <a:spLocks noGrp="1"/>
          </p:cNvSpPr>
          <p:nvPr>
            <p:ph type="body" idx="6"/>
          </p:nvPr>
        </p:nvSpPr>
        <p:spPr>
          <a:xfrm>
            <a:off x="4629450" y="2252055"/>
            <a:ext cx="2172600" cy="804300"/>
          </a:xfrm>
          <a:prstGeom prst="rect">
            <a:avLst/>
          </a:prstGeom>
        </p:spPr>
        <p:txBody>
          <a:bodyPr spcFirstLastPara="1" wrap="square" lIns="182875" tIns="0" rIns="182875"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218" name="Google Shape;218;p32"/>
          <p:cNvSpPr txBox="1">
            <a:spLocks noGrp="1"/>
          </p:cNvSpPr>
          <p:nvPr>
            <p:ph type="subTitle" idx="7"/>
          </p:nvPr>
        </p:nvSpPr>
        <p:spPr>
          <a:xfrm>
            <a:off x="4629000" y="3217788"/>
            <a:ext cx="4228200" cy="357600"/>
          </a:xfrm>
          <a:prstGeom prst="rect">
            <a:avLst/>
          </a:prstGeom>
        </p:spPr>
        <p:txBody>
          <a:bodyPr spcFirstLastPara="1" wrap="square" lIns="182875" tIns="182875" rIns="0" bIns="0" anchor="t" anchorCtr="0">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a:endParaRPr/>
          </a:p>
        </p:txBody>
      </p:sp>
      <p:sp>
        <p:nvSpPr>
          <p:cNvPr id="219" name="Google Shape;219;p32"/>
          <p:cNvSpPr txBox="1">
            <a:spLocks noGrp="1"/>
          </p:cNvSpPr>
          <p:nvPr>
            <p:ph type="body" idx="8"/>
          </p:nvPr>
        </p:nvSpPr>
        <p:spPr>
          <a:xfrm>
            <a:off x="4629450" y="3717997"/>
            <a:ext cx="2172600" cy="804300"/>
          </a:xfrm>
          <a:prstGeom prst="rect">
            <a:avLst/>
          </a:prstGeom>
        </p:spPr>
        <p:txBody>
          <a:bodyPr spcFirstLastPara="1" wrap="square" lIns="182875" tIns="0" rIns="182875"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220" name="Google Shape;220;p32"/>
          <p:cNvSpPr txBox="1">
            <a:spLocks noGrp="1"/>
          </p:cNvSpPr>
          <p:nvPr>
            <p:ph type="body" idx="9"/>
          </p:nvPr>
        </p:nvSpPr>
        <p:spPr>
          <a:xfrm>
            <a:off x="284850" y="3717988"/>
            <a:ext cx="2055300" cy="804300"/>
          </a:xfrm>
          <a:prstGeom prst="rect">
            <a:avLst/>
          </a:prstGeom>
        </p:spPr>
        <p:txBody>
          <a:bodyPr spcFirstLastPara="1" wrap="square" lIns="0" tIns="0" rIns="182875" bIns="0" anchor="t" anchorCtr="0">
            <a:spAutoFit/>
          </a:bodyPr>
          <a:lstStyle>
            <a:lvl1pPr marL="457200" lvl="0" indent="-292100">
              <a:lnSpc>
                <a:spcPct val="100000"/>
              </a:lnSpc>
              <a:spcBef>
                <a:spcPts val="0"/>
              </a:spcBef>
              <a:spcAft>
                <a:spcPts val="0"/>
              </a:spcAft>
              <a:buClr>
                <a:schemeClr val="dk1"/>
              </a:buClr>
              <a:buSzPts val="1000"/>
              <a:buFont typeface="Inter"/>
              <a:buChar char="●"/>
              <a:defRPr sz="1000">
                <a:solidFill>
                  <a:schemeClr val="dk1"/>
                </a:solidFill>
              </a:defRPr>
            </a:lvl1pPr>
            <a:lvl2pPr marL="914400" lvl="1" indent="-292100">
              <a:lnSpc>
                <a:spcPct val="100000"/>
              </a:lnSpc>
              <a:spcBef>
                <a:spcPts val="0"/>
              </a:spcBef>
              <a:spcAft>
                <a:spcPts val="0"/>
              </a:spcAft>
              <a:buClr>
                <a:schemeClr val="dk1"/>
              </a:buClr>
              <a:buSzPts val="1000"/>
              <a:buFont typeface="Inter"/>
              <a:buChar char="○"/>
              <a:defRPr sz="1000">
                <a:solidFill>
                  <a:schemeClr val="dk1"/>
                </a:solidFill>
              </a:defRPr>
            </a:lvl2pPr>
            <a:lvl3pPr marL="1371600" lvl="2" indent="-292100">
              <a:lnSpc>
                <a:spcPct val="100000"/>
              </a:lnSpc>
              <a:spcBef>
                <a:spcPts val="0"/>
              </a:spcBef>
              <a:spcAft>
                <a:spcPts val="0"/>
              </a:spcAft>
              <a:buClr>
                <a:schemeClr val="dk1"/>
              </a:buClr>
              <a:buSzPts val="1000"/>
              <a:buFont typeface="Inter"/>
              <a:buChar char="■"/>
              <a:defRPr sz="1000">
                <a:solidFill>
                  <a:schemeClr val="dk1"/>
                </a:solidFill>
              </a:defRPr>
            </a:lvl3pPr>
            <a:lvl4pPr marL="1828800" lvl="3" indent="-292100">
              <a:lnSpc>
                <a:spcPct val="100000"/>
              </a:lnSpc>
              <a:spcBef>
                <a:spcPts val="0"/>
              </a:spcBef>
              <a:spcAft>
                <a:spcPts val="0"/>
              </a:spcAft>
              <a:buClr>
                <a:schemeClr val="dk1"/>
              </a:buClr>
              <a:buSzPts val="1000"/>
              <a:buFont typeface="Inter"/>
              <a:buChar char="●"/>
              <a:defRPr sz="1000">
                <a:solidFill>
                  <a:schemeClr val="dk1"/>
                </a:solidFill>
              </a:defRPr>
            </a:lvl4pPr>
            <a:lvl5pPr marL="2286000" lvl="4" indent="-292100">
              <a:lnSpc>
                <a:spcPct val="100000"/>
              </a:lnSpc>
              <a:spcBef>
                <a:spcPts val="0"/>
              </a:spcBef>
              <a:spcAft>
                <a:spcPts val="0"/>
              </a:spcAft>
              <a:buClr>
                <a:schemeClr val="dk1"/>
              </a:buClr>
              <a:buSzPts val="1000"/>
              <a:buFont typeface="Inter"/>
              <a:buChar char="○"/>
              <a:defRPr sz="1000">
                <a:solidFill>
                  <a:schemeClr val="dk1"/>
                </a:solidFill>
              </a:defRPr>
            </a:lvl5pPr>
            <a:lvl6pPr marL="2743200" lvl="5" indent="-292100">
              <a:lnSpc>
                <a:spcPct val="100000"/>
              </a:lnSpc>
              <a:spcBef>
                <a:spcPts val="0"/>
              </a:spcBef>
              <a:spcAft>
                <a:spcPts val="0"/>
              </a:spcAft>
              <a:buClr>
                <a:schemeClr val="dk1"/>
              </a:buClr>
              <a:buSzPts val="1000"/>
              <a:buFont typeface="Inter"/>
              <a:buChar char="■"/>
              <a:defRPr sz="1000">
                <a:solidFill>
                  <a:schemeClr val="dk1"/>
                </a:solidFill>
              </a:defRPr>
            </a:lvl6pPr>
            <a:lvl7pPr marL="3200400" lvl="6" indent="-292100">
              <a:lnSpc>
                <a:spcPct val="100000"/>
              </a:lnSpc>
              <a:spcBef>
                <a:spcPts val="0"/>
              </a:spcBef>
              <a:spcAft>
                <a:spcPts val="0"/>
              </a:spcAft>
              <a:buClr>
                <a:schemeClr val="dk1"/>
              </a:buClr>
              <a:buSzPts val="1000"/>
              <a:buFont typeface="Inter"/>
              <a:buChar char="●"/>
              <a:defRPr sz="1000">
                <a:solidFill>
                  <a:schemeClr val="dk1"/>
                </a:solidFill>
              </a:defRPr>
            </a:lvl7pPr>
            <a:lvl8pPr marL="3657600" lvl="7" indent="-292100">
              <a:lnSpc>
                <a:spcPct val="100000"/>
              </a:lnSpc>
              <a:spcBef>
                <a:spcPts val="0"/>
              </a:spcBef>
              <a:spcAft>
                <a:spcPts val="0"/>
              </a:spcAft>
              <a:buClr>
                <a:schemeClr val="dk1"/>
              </a:buClr>
              <a:buSzPts val="1000"/>
              <a:buFont typeface="Inter"/>
              <a:buChar char="○"/>
              <a:defRPr sz="1000">
                <a:solidFill>
                  <a:schemeClr val="dk1"/>
                </a:solidFill>
              </a:defRPr>
            </a:lvl8pPr>
            <a:lvl9pPr marL="4114800" lvl="8" indent="-292100">
              <a:lnSpc>
                <a:spcPct val="100000"/>
              </a:lnSpc>
              <a:spcBef>
                <a:spcPts val="0"/>
              </a:spcBef>
              <a:spcAft>
                <a:spcPts val="0"/>
              </a:spcAft>
              <a:buClr>
                <a:schemeClr val="dk1"/>
              </a:buClr>
              <a:buSzPts val="1000"/>
              <a:buFont typeface="Inter"/>
              <a:buChar char="■"/>
              <a:defRPr sz="1000">
                <a:solidFill>
                  <a:schemeClr val="dk1"/>
                </a:solidFill>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image grid and description">
  <p:cSld name="CUSTOM">
    <p:bg>
      <p:bgPr>
        <a:solidFill>
          <a:schemeClr val="accent3"/>
        </a:solidFill>
        <a:effectLst/>
      </p:bgPr>
    </p:bg>
    <p:spTree>
      <p:nvGrpSpPr>
        <p:cNvPr id="1" name="Shape 221"/>
        <p:cNvGrpSpPr/>
        <p:nvPr/>
      </p:nvGrpSpPr>
      <p:grpSpPr>
        <a:xfrm>
          <a:off x="0" y="0"/>
          <a:ext cx="0" cy="0"/>
          <a:chOff x="0" y="0"/>
          <a:chExt cx="0" cy="0"/>
        </a:xfrm>
      </p:grpSpPr>
      <p:sp>
        <p:nvSpPr>
          <p:cNvPr id="222" name="Google Shape;222;p33"/>
          <p:cNvSpPr>
            <a:spLocks noGrp="1"/>
          </p:cNvSpPr>
          <p:nvPr>
            <p:ph type="pic" idx="2"/>
          </p:nvPr>
        </p:nvSpPr>
        <p:spPr>
          <a:xfrm>
            <a:off x="4629750" y="286075"/>
            <a:ext cx="1257900" cy="1261500"/>
          </a:xfrm>
          <a:prstGeom prst="rect">
            <a:avLst/>
          </a:prstGeom>
          <a:noFill/>
          <a:ln>
            <a:noFill/>
          </a:ln>
        </p:spPr>
      </p:sp>
      <p:sp>
        <p:nvSpPr>
          <p:cNvPr id="223" name="Google Shape;223;p33"/>
          <p:cNvSpPr>
            <a:spLocks noGrp="1"/>
          </p:cNvSpPr>
          <p:nvPr>
            <p:ph type="pic" idx="3"/>
          </p:nvPr>
        </p:nvSpPr>
        <p:spPr>
          <a:xfrm>
            <a:off x="6111800" y="286075"/>
            <a:ext cx="1257900" cy="1261500"/>
          </a:xfrm>
          <a:prstGeom prst="rect">
            <a:avLst/>
          </a:prstGeom>
          <a:noFill/>
          <a:ln>
            <a:noFill/>
          </a:ln>
        </p:spPr>
      </p:sp>
      <p:sp>
        <p:nvSpPr>
          <p:cNvPr id="224" name="Google Shape;224;p33"/>
          <p:cNvSpPr>
            <a:spLocks noGrp="1"/>
          </p:cNvSpPr>
          <p:nvPr>
            <p:ph type="pic" idx="4"/>
          </p:nvPr>
        </p:nvSpPr>
        <p:spPr>
          <a:xfrm>
            <a:off x="7593850" y="286075"/>
            <a:ext cx="1257900" cy="1261500"/>
          </a:xfrm>
          <a:prstGeom prst="rect">
            <a:avLst/>
          </a:prstGeom>
          <a:noFill/>
          <a:ln>
            <a:noFill/>
          </a:ln>
        </p:spPr>
      </p:sp>
      <p:sp>
        <p:nvSpPr>
          <p:cNvPr id="225" name="Google Shape;225;p33"/>
          <p:cNvSpPr>
            <a:spLocks noGrp="1"/>
          </p:cNvSpPr>
          <p:nvPr>
            <p:ph type="pic" idx="5"/>
          </p:nvPr>
        </p:nvSpPr>
        <p:spPr>
          <a:xfrm>
            <a:off x="4629750" y="2634475"/>
            <a:ext cx="1257900" cy="1261500"/>
          </a:xfrm>
          <a:prstGeom prst="rect">
            <a:avLst/>
          </a:prstGeom>
          <a:noFill/>
          <a:ln>
            <a:noFill/>
          </a:ln>
        </p:spPr>
      </p:sp>
      <p:sp>
        <p:nvSpPr>
          <p:cNvPr id="226" name="Google Shape;226;p33"/>
          <p:cNvSpPr>
            <a:spLocks noGrp="1"/>
          </p:cNvSpPr>
          <p:nvPr>
            <p:ph type="pic" idx="6"/>
          </p:nvPr>
        </p:nvSpPr>
        <p:spPr>
          <a:xfrm>
            <a:off x="6111800" y="2634475"/>
            <a:ext cx="1257900" cy="1261500"/>
          </a:xfrm>
          <a:prstGeom prst="rect">
            <a:avLst/>
          </a:prstGeom>
          <a:noFill/>
          <a:ln>
            <a:noFill/>
          </a:ln>
        </p:spPr>
      </p:sp>
      <p:sp>
        <p:nvSpPr>
          <p:cNvPr id="227" name="Google Shape;227;p33"/>
          <p:cNvSpPr>
            <a:spLocks noGrp="1"/>
          </p:cNvSpPr>
          <p:nvPr>
            <p:ph type="pic" idx="7"/>
          </p:nvPr>
        </p:nvSpPr>
        <p:spPr>
          <a:xfrm>
            <a:off x="7593850" y="2634475"/>
            <a:ext cx="1257900" cy="1261500"/>
          </a:xfrm>
          <a:prstGeom prst="rect">
            <a:avLst/>
          </a:prstGeom>
          <a:noFill/>
          <a:ln>
            <a:noFill/>
          </a:ln>
        </p:spPr>
      </p:sp>
      <p:sp>
        <p:nvSpPr>
          <p:cNvPr id="228" name="Google Shape;228;p33"/>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229" name="Google Shape;229;p33"/>
          <p:cNvSpPr txBox="1">
            <a:spLocks noGrp="1"/>
          </p:cNvSpPr>
          <p:nvPr>
            <p:ph type="sldNum" idx="8"/>
          </p:nvPr>
        </p:nvSpPr>
        <p:spPr>
          <a:xfrm>
            <a:off x="8308150" y="4782125"/>
            <a:ext cx="548700" cy="76200"/>
          </a:xfrm>
          <a:prstGeom prst="rect">
            <a:avLst/>
          </a:prstGeom>
        </p:spPr>
        <p:txBody>
          <a:bodyPr spcFirstLastPara="1" wrap="square" lIns="0" tIns="0" rIns="0" bIns="0" anchor="ctr" anchorCtr="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230" name="Google Shape;230;p33"/>
          <p:cNvSpPr txBox="1">
            <a:spLocks noGrp="1"/>
          </p:cNvSpPr>
          <p:nvPr>
            <p:ph type="title"/>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231" name="Google Shape;231;p33"/>
          <p:cNvSpPr txBox="1">
            <a:spLocks noGrp="1"/>
          </p:cNvSpPr>
          <p:nvPr>
            <p:ph type="title" idx="9"/>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232" name="Google Shape;232;p33"/>
          <p:cNvSpPr txBox="1">
            <a:spLocks noGrp="1"/>
          </p:cNvSpPr>
          <p:nvPr>
            <p:ph type="title" idx="13"/>
          </p:nvPr>
        </p:nvSpPr>
        <p:spPr>
          <a:xfrm>
            <a:off x="283850" y="474875"/>
            <a:ext cx="2773200" cy="1743600"/>
          </a:xfrm>
          <a:prstGeom prst="rect">
            <a:avLst/>
          </a:prstGeom>
        </p:spPr>
        <p:txBody>
          <a:bodyPr spcFirstLastPara="1" wrap="square" lIns="0" tIns="0" rIns="0" bIns="0" anchor="t" anchorCtr="0">
            <a:noAutofit/>
          </a:bodyPr>
          <a:lstStyle>
            <a:lvl1pPr lvl="0">
              <a:lnSpc>
                <a:spcPct val="85000"/>
              </a:lnSpc>
              <a:spcBef>
                <a:spcPts val="0"/>
              </a:spcBef>
              <a:spcAft>
                <a:spcPts val="0"/>
              </a:spcAft>
              <a:buNone/>
              <a:defRPr>
                <a:solidFill>
                  <a:schemeClr val="dk1"/>
                </a:solidFill>
              </a:defRPr>
            </a:lvl1pPr>
            <a:lvl2pPr lvl="1">
              <a:lnSpc>
                <a:spcPct val="85000"/>
              </a:lnSpc>
              <a:spcBef>
                <a:spcPts val="0"/>
              </a:spcBef>
              <a:spcAft>
                <a:spcPts val="0"/>
              </a:spcAft>
              <a:buNone/>
              <a:defRPr>
                <a:solidFill>
                  <a:schemeClr val="dk1"/>
                </a:solidFill>
              </a:defRPr>
            </a:lvl2pPr>
            <a:lvl3pPr lvl="2">
              <a:lnSpc>
                <a:spcPct val="85000"/>
              </a:lnSpc>
              <a:spcBef>
                <a:spcPts val="0"/>
              </a:spcBef>
              <a:spcAft>
                <a:spcPts val="0"/>
              </a:spcAft>
              <a:buNone/>
              <a:defRPr>
                <a:solidFill>
                  <a:schemeClr val="dk1"/>
                </a:solidFill>
              </a:defRPr>
            </a:lvl3pPr>
            <a:lvl4pPr lvl="3">
              <a:lnSpc>
                <a:spcPct val="85000"/>
              </a:lnSpc>
              <a:spcBef>
                <a:spcPts val="0"/>
              </a:spcBef>
              <a:spcAft>
                <a:spcPts val="0"/>
              </a:spcAft>
              <a:buNone/>
              <a:defRPr>
                <a:solidFill>
                  <a:schemeClr val="dk1"/>
                </a:solidFill>
              </a:defRPr>
            </a:lvl4pPr>
            <a:lvl5pPr lvl="4">
              <a:lnSpc>
                <a:spcPct val="85000"/>
              </a:lnSpc>
              <a:spcBef>
                <a:spcPts val="0"/>
              </a:spcBef>
              <a:spcAft>
                <a:spcPts val="0"/>
              </a:spcAft>
              <a:buNone/>
              <a:defRPr>
                <a:solidFill>
                  <a:schemeClr val="dk1"/>
                </a:solidFill>
              </a:defRPr>
            </a:lvl5pPr>
            <a:lvl6pPr lvl="5">
              <a:lnSpc>
                <a:spcPct val="85000"/>
              </a:lnSpc>
              <a:spcBef>
                <a:spcPts val="0"/>
              </a:spcBef>
              <a:spcAft>
                <a:spcPts val="0"/>
              </a:spcAft>
              <a:buNone/>
              <a:defRPr>
                <a:solidFill>
                  <a:schemeClr val="dk1"/>
                </a:solidFill>
              </a:defRPr>
            </a:lvl6pPr>
            <a:lvl7pPr lvl="6">
              <a:lnSpc>
                <a:spcPct val="85000"/>
              </a:lnSpc>
              <a:spcBef>
                <a:spcPts val="0"/>
              </a:spcBef>
              <a:spcAft>
                <a:spcPts val="0"/>
              </a:spcAft>
              <a:buNone/>
              <a:defRPr>
                <a:solidFill>
                  <a:schemeClr val="dk1"/>
                </a:solidFill>
              </a:defRPr>
            </a:lvl7pPr>
            <a:lvl8pPr lvl="7">
              <a:lnSpc>
                <a:spcPct val="85000"/>
              </a:lnSpc>
              <a:spcBef>
                <a:spcPts val="0"/>
              </a:spcBef>
              <a:spcAft>
                <a:spcPts val="0"/>
              </a:spcAft>
              <a:buNone/>
              <a:defRPr>
                <a:solidFill>
                  <a:schemeClr val="dk1"/>
                </a:solidFill>
              </a:defRPr>
            </a:lvl8pPr>
            <a:lvl9pPr lvl="8">
              <a:lnSpc>
                <a:spcPct val="85000"/>
              </a:lnSpc>
              <a:spcBef>
                <a:spcPts val="0"/>
              </a:spcBef>
              <a:spcAft>
                <a:spcPts val="0"/>
              </a:spcAft>
              <a:buNone/>
              <a:defRPr>
                <a:solidFill>
                  <a:schemeClr val="dk1"/>
                </a:solidFill>
              </a:defRPr>
            </a:lvl9pPr>
          </a:lstStyle>
          <a:p>
            <a:endParaRPr/>
          </a:p>
        </p:txBody>
      </p:sp>
      <p:sp>
        <p:nvSpPr>
          <p:cNvPr id="233" name="Google Shape;233;p33"/>
          <p:cNvSpPr txBox="1">
            <a:spLocks noGrp="1"/>
          </p:cNvSpPr>
          <p:nvPr>
            <p:ph type="title" idx="14"/>
          </p:nvPr>
        </p:nvSpPr>
        <p:spPr>
          <a:xfrm>
            <a:off x="4629750" y="1649525"/>
            <a:ext cx="1257900" cy="686400"/>
          </a:xfrm>
          <a:prstGeom prst="rect">
            <a:avLst/>
          </a:prstGeom>
        </p:spPr>
        <p:txBody>
          <a:bodyPr spcFirstLastPara="1" wrap="square" lIns="0" tIns="0" rIns="0" bIns="0" anchor="t" anchorCtr="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234" name="Google Shape;234;p33"/>
          <p:cNvSpPr txBox="1">
            <a:spLocks noGrp="1"/>
          </p:cNvSpPr>
          <p:nvPr>
            <p:ph type="title" idx="15"/>
          </p:nvPr>
        </p:nvSpPr>
        <p:spPr>
          <a:xfrm>
            <a:off x="6111800" y="1649525"/>
            <a:ext cx="1257900" cy="686400"/>
          </a:xfrm>
          <a:prstGeom prst="rect">
            <a:avLst/>
          </a:prstGeom>
        </p:spPr>
        <p:txBody>
          <a:bodyPr spcFirstLastPara="1" wrap="square" lIns="0" tIns="0" rIns="0" bIns="0" anchor="t" anchorCtr="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235" name="Google Shape;235;p33"/>
          <p:cNvSpPr txBox="1">
            <a:spLocks noGrp="1"/>
          </p:cNvSpPr>
          <p:nvPr>
            <p:ph type="title" idx="16"/>
          </p:nvPr>
        </p:nvSpPr>
        <p:spPr>
          <a:xfrm>
            <a:off x="7593850" y="1649525"/>
            <a:ext cx="1257900" cy="686400"/>
          </a:xfrm>
          <a:prstGeom prst="rect">
            <a:avLst/>
          </a:prstGeom>
        </p:spPr>
        <p:txBody>
          <a:bodyPr spcFirstLastPara="1" wrap="square" lIns="0" tIns="0" rIns="0" bIns="0" anchor="t" anchorCtr="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236" name="Google Shape;236;p33"/>
          <p:cNvSpPr txBox="1">
            <a:spLocks noGrp="1"/>
          </p:cNvSpPr>
          <p:nvPr>
            <p:ph type="title" idx="17"/>
          </p:nvPr>
        </p:nvSpPr>
        <p:spPr>
          <a:xfrm>
            <a:off x="4629750" y="3995850"/>
            <a:ext cx="1257900" cy="686400"/>
          </a:xfrm>
          <a:prstGeom prst="rect">
            <a:avLst/>
          </a:prstGeom>
        </p:spPr>
        <p:txBody>
          <a:bodyPr spcFirstLastPara="1" wrap="square" lIns="0" tIns="0" rIns="0" bIns="0" anchor="t" anchorCtr="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237" name="Google Shape;237;p33"/>
          <p:cNvSpPr txBox="1">
            <a:spLocks noGrp="1"/>
          </p:cNvSpPr>
          <p:nvPr>
            <p:ph type="title" idx="18"/>
          </p:nvPr>
        </p:nvSpPr>
        <p:spPr>
          <a:xfrm>
            <a:off x="6111800" y="3995850"/>
            <a:ext cx="1257900" cy="686400"/>
          </a:xfrm>
          <a:prstGeom prst="rect">
            <a:avLst/>
          </a:prstGeom>
        </p:spPr>
        <p:txBody>
          <a:bodyPr spcFirstLastPara="1" wrap="square" lIns="0" tIns="0" rIns="0" bIns="0" anchor="t" anchorCtr="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238" name="Google Shape;238;p33"/>
          <p:cNvSpPr txBox="1">
            <a:spLocks noGrp="1"/>
          </p:cNvSpPr>
          <p:nvPr>
            <p:ph type="title" idx="19"/>
          </p:nvPr>
        </p:nvSpPr>
        <p:spPr>
          <a:xfrm>
            <a:off x="7593850" y="3995850"/>
            <a:ext cx="1257900" cy="686400"/>
          </a:xfrm>
          <a:prstGeom prst="rect">
            <a:avLst/>
          </a:prstGeom>
        </p:spPr>
        <p:txBody>
          <a:bodyPr spcFirstLastPara="1" wrap="square" lIns="0" tIns="0" rIns="0" bIns="0" anchor="t" anchorCtr="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image grid and description - Alt 1">
  <p:cSld name="CUSTOM_3">
    <p:bg>
      <p:bgPr>
        <a:solidFill>
          <a:schemeClr val="accent1"/>
        </a:solidFill>
        <a:effectLst/>
      </p:bgPr>
    </p:bg>
    <p:spTree>
      <p:nvGrpSpPr>
        <p:cNvPr id="1" name="Shape 239"/>
        <p:cNvGrpSpPr/>
        <p:nvPr/>
      </p:nvGrpSpPr>
      <p:grpSpPr>
        <a:xfrm>
          <a:off x="0" y="0"/>
          <a:ext cx="0" cy="0"/>
          <a:chOff x="0" y="0"/>
          <a:chExt cx="0" cy="0"/>
        </a:xfrm>
      </p:grpSpPr>
      <p:sp>
        <p:nvSpPr>
          <p:cNvPr id="240" name="Google Shape;240;p34"/>
          <p:cNvSpPr>
            <a:spLocks noGrp="1"/>
          </p:cNvSpPr>
          <p:nvPr>
            <p:ph type="pic" idx="2"/>
          </p:nvPr>
        </p:nvSpPr>
        <p:spPr>
          <a:xfrm>
            <a:off x="2456700" y="373175"/>
            <a:ext cx="1515000" cy="1616700"/>
          </a:xfrm>
          <a:prstGeom prst="rect">
            <a:avLst/>
          </a:prstGeom>
          <a:noFill/>
          <a:ln>
            <a:noFill/>
          </a:ln>
        </p:spPr>
      </p:sp>
      <p:sp>
        <p:nvSpPr>
          <p:cNvPr id="241" name="Google Shape;241;p34"/>
          <p:cNvSpPr txBox="1">
            <a:spLocks noGrp="1"/>
          </p:cNvSpPr>
          <p:nvPr>
            <p:ph type="title"/>
          </p:nvPr>
        </p:nvSpPr>
        <p:spPr>
          <a:xfrm>
            <a:off x="2635350" y="2172975"/>
            <a:ext cx="1188600" cy="1524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100"/>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242" name="Google Shape;242;p34"/>
          <p:cNvSpPr txBox="1">
            <a:spLocks noGrp="1"/>
          </p:cNvSpPr>
          <p:nvPr>
            <p:ph type="body" idx="1"/>
          </p:nvPr>
        </p:nvSpPr>
        <p:spPr>
          <a:xfrm>
            <a:off x="2635350" y="2832368"/>
            <a:ext cx="1161900" cy="1670700"/>
          </a:xfrm>
          <a:prstGeom prst="rect">
            <a:avLst/>
          </a:prstGeom>
        </p:spPr>
        <p:txBody>
          <a:bodyPr spcFirstLastPara="1" wrap="square" lIns="0" tIns="0" rIns="0" bIns="0" anchor="t" anchorCtr="0">
            <a:noAutofit/>
          </a:bodyPr>
          <a:lstStyle>
            <a:lvl1pPr marL="457200" lvl="0" indent="-279400">
              <a:lnSpc>
                <a:spcPct val="115000"/>
              </a:lnSpc>
              <a:spcBef>
                <a:spcPts val="0"/>
              </a:spcBef>
              <a:spcAft>
                <a:spcPts val="0"/>
              </a:spcAft>
              <a:buClr>
                <a:schemeClr val="lt1"/>
              </a:buClr>
              <a:buSzPts val="800"/>
              <a:buFont typeface="Inter"/>
              <a:buChar char="●"/>
              <a:defRPr sz="800"/>
            </a:lvl1pPr>
            <a:lvl2pPr marL="914400" lvl="1" indent="-279400">
              <a:lnSpc>
                <a:spcPct val="115000"/>
              </a:lnSpc>
              <a:spcBef>
                <a:spcPts val="0"/>
              </a:spcBef>
              <a:spcAft>
                <a:spcPts val="0"/>
              </a:spcAft>
              <a:buClr>
                <a:schemeClr val="lt1"/>
              </a:buClr>
              <a:buSzPts val="800"/>
              <a:buFont typeface="Inter"/>
              <a:buChar char="○"/>
              <a:defRPr sz="800"/>
            </a:lvl2pPr>
            <a:lvl3pPr marL="1371600" lvl="2" indent="-279400">
              <a:lnSpc>
                <a:spcPct val="115000"/>
              </a:lnSpc>
              <a:spcBef>
                <a:spcPts val="0"/>
              </a:spcBef>
              <a:spcAft>
                <a:spcPts val="0"/>
              </a:spcAft>
              <a:buClr>
                <a:schemeClr val="lt1"/>
              </a:buClr>
              <a:buSzPts val="800"/>
              <a:buFont typeface="Inter"/>
              <a:buChar char="■"/>
              <a:defRPr sz="800"/>
            </a:lvl3pPr>
            <a:lvl4pPr marL="1828800" lvl="3" indent="-279400">
              <a:lnSpc>
                <a:spcPct val="115000"/>
              </a:lnSpc>
              <a:spcBef>
                <a:spcPts val="0"/>
              </a:spcBef>
              <a:spcAft>
                <a:spcPts val="0"/>
              </a:spcAft>
              <a:buClr>
                <a:schemeClr val="lt1"/>
              </a:buClr>
              <a:buSzPts val="800"/>
              <a:buFont typeface="Inter"/>
              <a:buChar char="●"/>
              <a:defRPr sz="800"/>
            </a:lvl4pPr>
            <a:lvl5pPr marL="2286000" lvl="4" indent="-279400">
              <a:lnSpc>
                <a:spcPct val="115000"/>
              </a:lnSpc>
              <a:spcBef>
                <a:spcPts val="0"/>
              </a:spcBef>
              <a:spcAft>
                <a:spcPts val="0"/>
              </a:spcAft>
              <a:buClr>
                <a:schemeClr val="lt1"/>
              </a:buClr>
              <a:buSzPts val="800"/>
              <a:buFont typeface="Inter"/>
              <a:buChar char="○"/>
              <a:defRPr sz="800"/>
            </a:lvl5pPr>
            <a:lvl6pPr marL="2743200" lvl="5" indent="-279400">
              <a:lnSpc>
                <a:spcPct val="115000"/>
              </a:lnSpc>
              <a:spcBef>
                <a:spcPts val="0"/>
              </a:spcBef>
              <a:spcAft>
                <a:spcPts val="0"/>
              </a:spcAft>
              <a:buClr>
                <a:schemeClr val="lt1"/>
              </a:buClr>
              <a:buSzPts val="800"/>
              <a:buFont typeface="Inter"/>
              <a:buChar char="■"/>
              <a:defRPr sz="800"/>
            </a:lvl6pPr>
            <a:lvl7pPr marL="3200400" lvl="6" indent="-279400">
              <a:lnSpc>
                <a:spcPct val="115000"/>
              </a:lnSpc>
              <a:spcBef>
                <a:spcPts val="0"/>
              </a:spcBef>
              <a:spcAft>
                <a:spcPts val="0"/>
              </a:spcAft>
              <a:buClr>
                <a:schemeClr val="lt1"/>
              </a:buClr>
              <a:buSzPts val="800"/>
              <a:buFont typeface="Inter"/>
              <a:buChar char="●"/>
              <a:defRPr sz="800"/>
            </a:lvl7pPr>
            <a:lvl8pPr marL="3657600" lvl="7" indent="-279400">
              <a:lnSpc>
                <a:spcPct val="115000"/>
              </a:lnSpc>
              <a:spcBef>
                <a:spcPts val="0"/>
              </a:spcBef>
              <a:spcAft>
                <a:spcPts val="0"/>
              </a:spcAft>
              <a:buClr>
                <a:schemeClr val="lt1"/>
              </a:buClr>
              <a:buSzPts val="800"/>
              <a:buFont typeface="Inter"/>
              <a:buChar char="○"/>
              <a:defRPr sz="800"/>
            </a:lvl8pPr>
            <a:lvl9pPr marL="4114800" lvl="8" indent="-279400">
              <a:lnSpc>
                <a:spcPct val="115000"/>
              </a:lnSpc>
              <a:spcBef>
                <a:spcPts val="0"/>
              </a:spcBef>
              <a:spcAft>
                <a:spcPts val="0"/>
              </a:spcAft>
              <a:buClr>
                <a:schemeClr val="lt1"/>
              </a:buClr>
              <a:buSzPts val="800"/>
              <a:buFont typeface="Inter"/>
              <a:buChar char="■"/>
              <a:defRPr sz="800"/>
            </a:lvl9pPr>
          </a:lstStyle>
          <a:p>
            <a:endParaRPr/>
          </a:p>
        </p:txBody>
      </p:sp>
      <p:sp>
        <p:nvSpPr>
          <p:cNvPr id="243" name="Google Shape;243;p34"/>
          <p:cNvSpPr txBox="1">
            <a:spLocks noGrp="1"/>
          </p:cNvSpPr>
          <p:nvPr>
            <p:ph type="title" idx="3"/>
          </p:nvPr>
        </p:nvSpPr>
        <p:spPr>
          <a:xfrm>
            <a:off x="2635350" y="2325375"/>
            <a:ext cx="1188600" cy="2781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a:endParaRPr/>
          </a:p>
        </p:txBody>
      </p:sp>
      <p:sp>
        <p:nvSpPr>
          <p:cNvPr id="244" name="Google Shape;244;p34"/>
          <p:cNvSpPr>
            <a:spLocks noGrp="1"/>
          </p:cNvSpPr>
          <p:nvPr>
            <p:ph type="pic" idx="4"/>
          </p:nvPr>
        </p:nvSpPr>
        <p:spPr>
          <a:xfrm>
            <a:off x="4084738" y="373175"/>
            <a:ext cx="1515000" cy="1616700"/>
          </a:xfrm>
          <a:prstGeom prst="rect">
            <a:avLst/>
          </a:prstGeom>
          <a:noFill/>
          <a:ln>
            <a:noFill/>
          </a:ln>
        </p:spPr>
      </p:sp>
      <p:sp>
        <p:nvSpPr>
          <p:cNvPr id="245" name="Google Shape;245;p34"/>
          <p:cNvSpPr txBox="1">
            <a:spLocks noGrp="1"/>
          </p:cNvSpPr>
          <p:nvPr>
            <p:ph type="title" idx="5"/>
          </p:nvPr>
        </p:nvSpPr>
        <p:spPr>
          <a:xfrm>
            <a:off x="4263388" y="2172975"/>
            <a:ext cx="1188600" cy="152400"/>
          </a:xfrm>
          <a:prstGeom prst="rect">
            <a:avLst/>
          </a:prstGeom>
        </p:spPr>
        <p:txBody>
          <a:bodyPr spcFirstLastPara="1" wrap="square" lIns="0" tIns="0" rIns="0" bIns="0" anchor="t" anchorCtr="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246" name="Google Shape;246;p34"/>
          <p:cNvSpPr txBox="1">
            <a:spLocks noGrp="1"/>
          </p:cNvSpPr>
          <p:nvPr>
            <p:ph type="body" idx="6"/>
          </p:nvPr>
        </p:nvSpPr>
        <p:spPr>
          <a:xfrm>
            <a:off x="4263388" y="2832368"/>
            <a:ext cx="1161900" cy="1670700"/>
          </a:xfrm>
          <a:prstGeom prst="rect">
            <a:avLst/>
          </a:prstGeom>
        </p:spPr>
        <p:txBody>
          <a:bodyPr spcFirstLastPara="1" wrap="square" lIns="0" tIns="0" rIns="0" bIns="0" anchor="t" anchorCtr="0">
            <a:noAutofit/>
          </a:bodyPr>
          <a:lstStyle>
            <a:lvl1pPr marL="457200" lvl="0" indent="-279400">
              <a:lnSpc>
                <a:spcPct val="115000"/>
              </a:lnSpc>
              <a:spcBef>
                <a:spcPts val="0"/>
              </a:spcBef>
              <a:spcAft>
                <a:spcPts val="0"/>
              </a:spcAft>
              <a:buClr>
                <a:schemeClr val="lt1"/>
              </a:buClr>
              <a:buSzPts val="800"/>
              <a:buFont typeface="Inter"/>
              <a:buChar char="●"/>
              <a:defRPr sz="800"/>
            </a:lvl1pPr>
            <a:lvl2pPr marL="914400" lvl="1" indent="-279400">
              <a:lnSpc>
                <a:spcPct val="115000"/>
              </a:lnSpc>
              <a:spcBef>
                <a:spcPts val="0"/>
              </a:spcBef>
              <a:spcAft>
                <a:spcPts val="0"/>
              </a:spcAft>
              <a:buClr>
                <a:schemeClr val="lt1"/>
              </a:buClr>
              <a:buSzPts val="800"/>
              <a:buFont typeface="Inter"/>
              <a:buChar char="○"/>
              <a:defRPr sz="800"/>
            </a:lvl2pPr>
            <a:lvl3pPr marL="1371600" lvl="2" indent="-279400">
              <a:lnSpc>
                <a:spcPct val="115000"/>
              </a:lnSpc>
              <a:spcBef>
                <a:spcPts val="0"/>
              </a:spcBef>
              <a:spcAft>
                <a:spcPts val="0"/>
              </a:spcAft>
              <a:buClr>
                <a:schemeClr val="lt1"/>
              </a:buClr>
              <a:buSzPts val="800"/>
              <a:buFont typeface="Inter"/>
              <a:buChar char="■"/>
              <a:defRPr sz="800"/>
            </a:lvl3pPr>
            <a:lvl4pPr marL="1828800" lvl="3" indent="-279400">
              <a:lnSpc>
                <a:spcPct val="115000"/>
              </a:lnSpc>
              <a:spcBef>
                <a:spcPts val="0"/>
              </a:spcBef>
              <a:spcAft>
                <a:spcPts val="0"/>
              </a:spcAft>
              <a:buClr>
                <a:schemeClr val="lt1"/>
              </a:buClr>
              <a:buSzPts val="800"/>
              <a:buFont typeface="Inter"/>
              <a:buChar char="●"/>
              <a:defRPr sz="800"/>
            </a:lvl4pPr>
            <a:lvl5pPr marL="2286000" lvl="4" indent="-279400">
              <a:lnSpc>
                <a:spcPct val="115000"/>
              </a:lnSpc>
              <a:spcBef>
                <a:spcPts val="0"/>
              </a:spcBef>
              <a:spcAft>
                <a:spcPts val="0"/>
              </a:spcAft>
              <a:buClr>
                <a:schemeClr val="lt1"/>
              </a:buClr>
              <a:buSzPts val="800"/>
              <a:buFont typeface="Inter"/>
              <a:buChar char="○"/>
              <a:defRPr sz="800"/>
            </a:lvl5pPr>
            <a:lvl6pPr marL="2743200" lvl="5" indent="-279400">
              <a:lnSpc>
                <a:spcPct val="115000"/>
              </a:lnSpc>
              <a:spcBef>
                <a:spcPts val="0"/>
              </a:spcBef>
              <a:spcAft>
                <a:spcPts val="0"/>
              </a:spcAft>
              <a:buClr>
                <a:schemeClr val="lt1"/>
              </a:buClr>
              <a:buSzPts val="800"/>
              <a:buFont typeface="Inter"/>
              <a:buChar char="■"/>
              <a:defRPr sz="800"/>
            </a:lvl6pPr>
            <a:lvl7pPr marL="3200400" lvl="6" indent="-279400">
              <a:lnSpc>
                <a:spcPct val="115000"/>
              </a:lnSpc>
              <a:spcBef>
                <a:spcPts val="0"/>
              </a:spcBef>
              <a:spcAft>
                <a:spcPts val="0"/>
              </a:spcAft>
              <a:buClr>
                <a:schemeClr val="lt1"/>
              </a:buClr>
              <a:buSzPts val="800"/>
              <a:buFont typeface="Inter"/>
              <a:buChar char="●"/>
              <a:defRPr sz="800"/>
            </a:lvl7pPr>
            <a:lvl8pPr marL="3657600" lvl="7" indent="-279400">
              <a:lnSpc>
                <a:spcPct val="115000"/>
              </a:lnSpc>
              <a:spcBef>
                <a:spcPts val="0"/>
              </a:spcBef>
              <a:spcAft>
                <a:spcPts val="0"/>
              </a:spcAft>
              <a:buClr>
                <a:schemeClr val="lt1"/>
              </a:buClr>
              <a:buSzPts val="800"/>
              <a:buFont typeface="Inter"/>
              <a:buChar char="○"/>
              <a:defRPr sz="800"/>
            </a:lvl8pPr>
            <a:lvl9pPr marL="4114800" lvl="8" indent="-279400">
              <a:lnSpc>
                <a:spcPct val="115000"/>
              </a:lnSpc>
              <a:spcBef>
                <a:spcPts val="0"/>
              </a:spcBef>
              <a:spcAft>
                <a:spcPts val="0"/>
              </a:spcAft>
              <a:buClr>
                <a:schemeClr val="lt1"/>
              </a:buClr>
              <a:buSzPts val="800"/>
              <a:buFont typeface="Inter"/>
              <a:buChar char="■"/>
              <a:defRPr sz="800"/>
            </a:lvl9pPr>
          </a:lstStyle>
          <a:p>
            <a:endParaRPr/>
          </a:p>
        </p:txBody>
      </p:sp>
      <p:sp>
        <p:nvSpPr>
          <p:cNvPr id="247" name="Google Shape;247;p34"/>
          <p:cNvSpPr txBox="1">
            <a:spLocks noGrp="1"/>
          </p:cNvSpPr>
          <p:nvPr>
            <p:ph type="title" idx="7"/>
          </p:nvPr>
        </p:nvSpPr>
        <p:spPr>
          <a:xfrm>
            <a:off x="4263388" y="2325375"/>
            <a:ext cx="1188600" cy="2781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a:endParaRPr/>
          </a:p>
        </p:txBody>
      </p:sp>
      <p:sp>
        <p:nvSpPr>
          <p:cNvPr id="248" name="Google Shape;248;p34"/>
          <p:cNvSpPr>
            <a:spLocks noGrp="1"/>
          </p:cNvSpPr>
          <p:nvPr>
            <p:ph type="pic" idx="8"/>
          </p:nvPr>
        </p:nvSpPr>
        <p:spPr>
          <a:xfrm>
            <a:off x="5713225" y="373175"/>
            <a:ext cx="1515000" cy="1616700"/>
          </a:xfrm>
          <a:prstGeom prst="rect">
            <a:avLst/>
          </a:prstGeom>
          <a:noFill/>
          <a:ln>
            <a:noFill/>
          </a:ln>
        </p:spPr>
      </p:sp>
      <p:sp>
        <p:nvSpPr>
          <p:cNvPr id="249" name="Google Shape;249;p34"/>
          <p:cNvSpPr txBox="1">
            <a:spLocks noGrp="1"/>
          </p:cNvSpPr>
          <p:nvPr>
            <p:ph type="title" idx="9"/>
          </p:nvPr>
        </p:nvSpPr>
        <p:spPr>
          <a:xfrm>
            <a:off x="5891875" y="2172975"/>
            <a:ext cx="1188600" cy="152400"/>
          </a:xfrm>
          <a:prstGeom prst="rect">
            <a:avLst/>
          </a:prstGeom>
        </p:spPr>
        <p:txBody>
          <a:bodyPr spcFirstLastPara="1" wrap="square" lIns="0" tIns="0" rIns="0" bIns="0" anchor="t" anchorCtr="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250" name="Google Shape;250;p34"/>
          <p:cNvSpPr txBox="1">
            <a:spLocks noGrp="1"/>
          </p:cNvSpPr>
          <p:nvPr>
            <p:ph type="body" idx="13"/>
          </p:nvPr>
        </p:nvSpPr>
        <p:spPr>
          <a:xfrm>
            <a:off x="5891875" y="2832368"/>
            <a:ext cx="1161900" cy="1670700"/>
          </a:xfrm>
          <a:prstGeom prst="rect">
            <a:avLst/>
          </a:prstGeom>
        </p:spPr>
        <p:txBody>
          <a:bodyPr spcFirstLastPara="1" wrap="square" lIns="0" tIns="0" rIns="0" bIns="0" anchor="t" anchorCtr="0">
            <a:noAutofit/>
          </a:bodyPr>
          <a:lstStyle>
            <a:lvl1pPr marL="457200" lvl="0" indent="-279400">
              <a:lnSpc>
                <a:spcPct val="115000"/>
              </a:lnSpc>
              <a:spcBef>
                <a:spcPts val="0"/>
              </a:spcBef>
              <a:spcAft>
                <a:spcPts val="0"/>
              </a:spcAft>
              <a:buClr>
                <a:schemeClr val="lt1"/>
              </a:buClr>
              <a:buSzPts val="800"/>
              <a:buFont typeface="Inter"/>
              <a:buChar char="●"/>
              <a:defRPr sz="800"/>
            </a:lvl1pPr>
            <a:lvl2pPr marL="914400" lvl="1" indent="-279400">
              <a:lnSpc>
                <a:spcPct val="115000"/>
              </a:lnSpc>
              <a:spcBef>
                <a:spcPts val="0"/>
              </a:spcBef>
              <a:spcAft>
                <a:spcPts val="0"/>
              </a:spcAft>
              <a:buClr>
                <a:schemeClr val="lt1"/>
              </a:buClr>
              <a:buSzPts val="800"/>
              <a:buFont typeface="Inter"/>
              <a:buChar char="○"/>
              <a:defRPr sz="800"/>
            </a:lvl2pPr>
            <a:lvl3pPr marL="1371600" lvl="2" indent="-279400">
              <a:lnSpc>
                <a:spcPct val="115000"/>
              </a:lnSpc>
              <a:spcBef>
                <a:spcPts val="0"/>
              </a:spcBef>
              <a:spcAft>
                <a:spcPts val="0"/>
              </a:spcAft>
              <a:buClr>
                <a:schemeClr val="lt1"/>
              </a:buClr>
              <a:buSzPts val="800"/>
              <a:buFont typeface="Inter"/>
              <a:buChar char="■"/>
              <a:defRPr sz="800"/>
            </a:lvl3pPr>
            <a:lvl4pPr marL="1828800" lvl="3" indent="-279400">
              <a:lnSpc>
                <a:spcPct val="115000"/>
              </a:lnSpc>
              <a:spcBef>
                <a:spcPts val="0"/>
              </a:spcBef>
              <a:spcAft>
                <a:spcPts val="0"/>
              </a:spcAft>
              <a:buClr>
                <a:schemeClr val="lt1"/>
              </a:buClr>
              <a:buSzPts val="800"/>
              <a:buFont typeface="Inter"/>
              <a:buChar char="●"/>
              <a:defRPr sz="800"/>
            </a:lvl4pPr>
            <a:lvl5pPr marL="2286000" lvl="4" indent="-279400">
              <a:lnSpc>
                <a:spcPct val="115000"/>
              </a:lnSpc>
              <a:spcBef>
                <a:spcPts val="0"/>
              </a:spcBef>
              <a:spcAft>
                <a:spcPts val="0"/>
              </a:spcAft>
              <a:buClr>
                <a:schemeClr val="lt1"/>
              </a:buClr>
              <a:buSzPts val="800"/>
              <a:buFont typeface="Inter"/>
              <a:buChar char="○"/>
              <a:defRPr sz="800"/>
            </a:lvl5pPr>
            <a:lvl6pPr marL="2743200" lvl="5" indent="-279400">
              <a:lnSpc>
                <a:spcPct val="115000"/>
              </a:lnSpc>
              <a:spcBef>
                <a:spcPts val="0"/>
              </a:spcBef>
              <a:spcAft>
                <a:spcPts val="0"/>
              </a:spcAft>
              <a:buClr>
                <a:schemeClr val="lt1"/>
              </a:buClr>
              <a:buSzPts val="800"/>
              <a:buFont typeface="Inter"/>
              <a:buChar char="■"/>
              <a:defRPr sz="800"/>
            </a:lvl6pPr>
            <a:lvl7pPr marL="3200400" lvl="6" indent="-279400">
              <a:lnSpc>
                <a:spcPct val="115000"/>
              </a:lnSpc>
              <a:spcBef>
                <a:spcPts val="0"/>
              </a:spcBef>
              <a:spcAft>
                <a:spcPts val="0"/>
              </a:spcAft>
              <a:buClr>
                <a:schemeClr val="lt1"/>
              </a:buClr>
              <a:buSzPts val="800"/>
              <a:buFont typeface="Inter"/>
              <a:buChar char="●"/>
              <a:defRPr sz="800"/>
            </a:lvl7pPr>
            <a:lvl8pPr marL="3657600" lvl="7" indent="-279400">
              <a:lnSpc>
                <a:spcPct val="115000"/>
              </a:lnSpc>
              <a:spcBef>
                <a:spcPts val="0"/>
              </a:spcBef>
              <a:spcAft>
                <a:spcPts val="0"/>
              </a:spcAft>
              <a:buClr>
                <a:schemeClr val="lt1"/>
              </a:buClr>
              <a:buSzPts val="800"/>
              <a:buFont typeface="Inter"/>
              <a:buChar char="○"/>
              <a:defRPr sz="800"/>
            </a:lvl8pPr>
            <a:lvl9pPr marL="4114800" lvl="8" indent="-279400">
              <a:lnSpc>
                <a:spcPct val="115000"/>
              </a:lnSpc>
              <a:spcBef>
                <a:spcPts val="0"/>
              </a:spcBef>
              <a:spcAft>
                <a:spcPts val="0"/>
              </a:spcAft>
              <a:buClr>
                <a:schemeClr val="lt1"/>
              </a:buClr>
              <a:buSzPts val="800"/>
              <a:buFont typeface="Inter"/>
              <a:buChar char="■"/>
              <a:defRPr sz="800"/>
            </a:lvl9pPr>
          </a:lstStyle>
          <a:p>
            <a:endParaRPr/>
          </a:p>
        </p:txBody>
      </p:sp>
      <p:sp>
        <p:nvSpPr>
          <p:cNvPr id="251" name="Google Shape;251;p34"/>
          <p:cNvSpPr txBox="1">
            <a:spLocks noGrp="1"/>
          </p:cNvSpPr>
          <p:nvPr>
            <p:ph type="title" idx="14"/>
          </p:nvPr>
        </p:nvSpPr>
        <p:spPr>
          <a:xfrm>
            <a:off x="5891875" y="2325375"/>
            <a:ext cx="1188600" cy="2781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a:endParaRPr/>
          </a:p>
        </p:txBody>
      </p:sp>
      <p:sp>
        <p:nvSpPr>
          <p:cNvPr id="252" name="Google Shape;252;p34"/>
          <p:cNvSpPr>
            <a:spLocks noGrp="1"/>
          </p:cNvSpPr>
          <p:nvPr>
            <p:ph type="pic" idx="15"/>
          </p:nvPr>
        </p:nvSpPr>
        <p:spPr>
          <a:xfrm>
            <a:off x="7341950" y="373175"/>
            <a:ext cx="1515000" cy="1616700"/>
          </a:xfrm>
          <a:prstGeom prst="rect">
            <a:avLst/>
          </a:prstGeom>
          <a:noFill/>
          <a:ln>
            <a:noFill/>
          </a:ln>
        </p:spPr>
      </p:sp>
      <p:sp>
        <p:nvSpPr>
          <p:cNvPr id="253" name="Google Shape;253;p34"/>
          <p:cNvSpPr txBox="1">
            <a:spLocks noGrp="1"/>
          </p:cNvSpPr>
          <p:nvPr>
            <p:ph type="title" idx="16"/>
          </p:nvPr>
        </p:nvSpPr>
        <p:spPr>
          <a:xfrm>
            <a:off x="7520600" y="2172975"/>
            <a:ext cx="1188600" cy="152400"/>
          </a:xfrm>
          <a:prstGeom prst="rect">
            <a:avLst/>
          </a:prstGeom>
        </p:spPr>
        <p:txBody>
          <a:bodyPr spcFirstLastPara="1" wrap="square" lIns="0" tIns="0" rIns="0" bIns="0" anchor="t" anchorCtr="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254" name="Google Shape;254;p34"/>
          <p:cNvSpPr txBox="1">
            <a:spLocks noGrp="1"/>
          </p:cNvSpPr>
          <p:nvPr>
            <p:ph type="body" idx="17"/>
          </p:nvPr>
        </p:nvSpPr>
        <p:spPr>
          <a:xfrm>
            <a:off x="7520600" y="2832368"/>
            <a:ext cx="1161900" cy="1670700"/>
          </a:xfrm>
          <a:prstGeom prst="rect">
            <a:avLst/>
          </a:prstGeom>
        </p:spPr>
        <p:txBody>
          <a:bodyPr spcFirstLastPara="1" wrap="square" lIns="0" tIns="0" rIns="0" bIns="0" anchor="t" anchorCtr="0">
            <a:noAutofit/>
          </a:bodyPr>
          <a:lstStyle>
            <a:lvl1pPr marL="457200" lvl="0" indent="-279400">
              <a:lnSpc>
                <a:spcPct val="115000"/>
              </a:lnSpc>
              <a:spcBef>
                <a:spcPts val="0"/>
              </a:spcBef>
              <a:spcAft>
                <a:spcPts val="0"/>
              </a:spcAft>
              <a:buClr>
                <a:schemeClr val="lt1"/>
              </a:buClr>
              <a:buSzPts val="800"/>
              <a:buFont typeface="Inter"/>
              <a:buChar char="●"/>
              <a:defRPr sz="800"/>
            </a:lvl1pPr>
            <a:lvl2pPr marL="914400" lvl="1" indent="-279400">
              <a:lnSpc>
                <a:spcPct val="115000"/>
              </a:lnSpc>
              <a:spcBef>
                <a:spcPts val="0"/>
              </a:spcBef>
              <a:spcAft>
                <a:spcPts val="0"/>
              </a:spcAft>
              <a:buClr>
                <a:schemeClr val="lt1"/>
              </a:buClr>
              <a:buSzPts val="800"/>
              <a:buFont typeface="Inter"/>
              <a:buChar char="○"/>
              <a:defRPr sz="800"/>
            </a:lvl2pPr>
            <a:lvl3pPr marL="1371600" lvl="2" indent="-279400">
              <a:lnSpc>
                <a:spcPct val="115000"/>
              </a:lnSpc>
              <a:spcBef>
                <a:spcPts val="0"/>
              </a:spcBef>
              <a:spcAft>
                <a:spcPts val="0"/>
              </a:spcAft>
              <a:buClr>
                <a:schemeClr val="lt1"/>
              </a:buClr>
              <a:buSzPts val="800"/>
              <a:buFont typeface="Inter"/>
              <a:buChar char="■"/>
              <a:defRPr sz="800"/>
            </a:lvl3pPr>
            <a:lvl4pPr marL="1828800" lvl="3" indent="-279400">
              <a:lnSpc>
                <a:spcPct val="115000"/>
              </a:lnSpc>
              <a:spcBef>
                <a:spcPts val="0"/>
              </a:spcBef>
              <a:spcAft>
                <a:spcPts val="0"/>
              </a:spcAft>
              <a:buClr>
                <a:schemeClr val="lt1"/>
              </a:buClr>
              <a:buSzPts val="800"/>
              <a:buFont typeface="Inter"/>
              <a:buChar char="●"/>
              <a:defRPr sz="800"/>
            </a:lvl4pPr>
            <a:lvl5pPr marL="2286000" lvl="4" indent="-279400">
              <a:lnSpc>
                <a:spcPct val="115000"/>
              </a:lnSpc>
              <a:spcBef>
                <a:spcPts val="0"/>
              </a:spcBef>
              <a:spcAft>
                <a:spcPts val="0"/>
              </a:spcAft>
              <a:buClr>
                <a:schemeClr val="lt1"/>
              </a:buClr>
              <a:buSzPts val="800"/>
              <a:buFont typeface="Inter"/>
              <a:buChar char="○"/>
              <a:defRPr sz="800"/>
            </a:lvl5pPr>
            <a:lvl6pPr marL="2743200" lvl="5" indent="-279400">
              <a:lnSpc>
                <a:spcPct val="115000"/>
              </a:lnSpc>
              <a:spcBef>
                <a:spcPts val="0"/>
              </a:spcBef>
              <a:spcAft>
                <a:spcPts val="0"/>
              </a:spcAft>
              <a:buClr>
                <a:schemeClr val="lt1"/>
              </a:buClr>
              <a:buSzPts val="800"/>
              <a:buFont typeface="Inter"/>
              <a:buChar char="■"/>
              <a:defRPr sz="800"/>
            </a:lvl6pPr>
            <a:lvl7pPr marL="3200400" lvl="6" indent="-279400">
              <a:lnSpc>
                <a:spcPct val="115000"/>
              </a:lnSpc>
              <a:spcBef>
                <a:spcPts val="0"/>
              </a:spcBef>
              <a:spcAft>
                <a:spcPts val="0"/>
              </a:spcAft>
              <a:buClr>
                <a:schemeClr val="lt1"/>
              </a:buClr>
              <a:buSzPts val="800"/>
              <a:buFont typeface="Inter"/>
              <a:buChar char="●"/>
              <a:defRPr sz="800"/>
            </a:lvl7pPr>
            <a:lvl8pPr marL="3657600" lvl="7" indent="-279400">
              <a:lnSpc>
                <a:spcPct val="115000"/>
              </a:lnSpc>
              <a:spcBef>
                <a:spcPts val="0"/>
              </a:spcBef>
              <a:spcAft>
                <a:spcPts val="0"/>
              </a:spcAft>
              <a:buClr>
                <a:schemeClr val="lt1"/>
              </a:buClr>
              <a:buSzPts val="800"/>
              <a:buFont typeface="Inter"/>
              <a:buChar char="○"/>
              <a:defRPr sz="800"/>
            </a:lvl8pPr>
            <a:lvl9pPr marL="4114800" lvl="8" indent="-279400">
              <a:lnSpc>
                <a:spcPct val="115000"/>
              </a:lnSpc>
              <a:spcBef>
                <a:spcPts val="0"/>
              </a:spcBef>
              <a:spcAft>
                <a:spcPts val="0"/>
              </a:spcAft>
              <a:buClr>
                <a:schemeClr val="lt1"/>
              </a:buClr>
              <a:buSzPts val="800"/>
              <a:buFont typeface="Inter"/>
              <a:buChar char="■"/>
              <a:defRPr sz="800"/>
            </a:lvl9pPr>
          </a:lstStyle>
          <a:p>
            <a:endParaRPr/>
          </a:p>
        </p:txBody>
      </p:sp>
      <p:sp>
        <p:nvSpPr>
          <p:cNvPr id="255" name="Google Shape;255;p34"/>
          <p:cNvSpPr txBox="1">
            <a:spLocks noGrp="1"/>
          </p:cNvSpPr>
          <p:nvPr>
            <p:ph type="title" idx="18"/>
          </p:nvPr>
        </p:nvSpPr>
        <p:spPr>
          <a:xfrm>
            <a:off x="7520600" y="2325375"/>
            <a:ext cx="1188600" cy="2781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a:endParaRPr/>
          </a:p>
        </p:txBody>
      </p:sp>
      <p:sp>
        <p:nvSpPr>
          <p:cNvPr id="256" name="Google Shape;256;p34"/>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57" name="Google Shape;257;p34"/>
          <p:cNvSpPr txBox="1">
            <a:spLocks noGrp="1"/>
          </p:cNvSpPr>
          <p:nvPr>
            <p:ph type="title" idx="19"/>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8" name="Google Shape;258;p34"/>
          <p:cNvSpPr txBox="1">
            <a:spLocks noGrp="1"/>
          </p:cNvSpPr>
          <p:nvPr>
            <p:ph type="title" idx="20"/>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9" name="Google Shape;259;p34"/>
          <p:cNvSpPr txBox="1">
            <a:spLocks noGrp="1"/>
          </p:cNvSpPr>
          <p:nvPr>
            <p:ph type="title" idx="21"/>
          </p:nvPr>
        </p:nvSpPr>
        <p:spPr>
          <a:xfrm>
            <a:off x="283850" y="285900"/>
            <a:ext cx="2055600" cy="12696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image grid and description - Alt 2">
  <p:cSld name="CUSTOM_4">
    <p:spTree>
      <p:nvGrpSpPr>
        <p:cNvPr id="1" name="Shape 260"/>
        <p:cNvGrpSpPr/>
        <p:nvPr/>
      </p:nvGrpSpPr>
      <p:grpSpPr>
        <a:xfrm>
          <a:off x="0" y="0"/>
          <a:ext cx="0" cy="0"/>
          <a:chOff x="0" y="0"/>
          <a:chExt cx="0" cy="0"/>
        </a:xfrm>
      </p:grpSpPr>
      <p:sp>
        <p:nvSpPr>
          <p:cNvPr id="261" name="Google Shape;261;p35"/>
          <p:cNvSpPr txBox="1">
            <a:spLocks noGrp="1"/>
          </p:cNvSpPr>
          <p:nvPr>
            <p:ph type="title"/>
          </p:nvPr>
        </p:nvSpPr>
        <p:spPr>
          <a:xfrm>
            <a:off x="1049249" y="2030625"/>
            <a:ext cx="1902000" cy="243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100"/>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a:endParaRPr/>
          </a:p>
        </p:txBody>
      </p:sp>
      <p:sp>
        <p:nvSpPr>
          <p:cNvPr id="262" name="Google Shape;262;p35"/>
          <p:cNvSpPr txBox="1">
            <a:spLocks noGrp="1"/>
          </p:cNvSpPr>
          <p:nvPr>
            <p:ph type="body" idx="1"/>
          </p:nvPr>
        </p:nvSpPr>
        <p:spPr>
          <a:xfrm>
            <a:off x="1049250" y="2396800"/>
            <a:ext cx="1902000" cy="639600"/>
          </a:xfrm>
          <a:prstGeom prst="rect">
            <a:avLst/>
          </a:prstGeom>
        </p:spPr>
        <p:txBody>
          <a:bodyPr spcFirstLastPara="1" wrap="square" lIns="0" tIns="0" rIns="0" bIns="0" anchor="t" anchorCtr="0">
            <a:noAutofit/>
          </a:bodyPr>
          <a:lstStyle>
            <a:lvl1pPr marL="457200" lvl="0" indent="-279400">
              <a:spcBef>
                <a:spcPts val="0"/>
              </a:spcBef>
              <a:spcAft>
                <a:spcPts val="0"/>
              </a:spcAft>
              <a:buClr>
                <a:schemeClr val="lt1"/>
              </a:buClr>
              <a:buSzPts val="800"/>
              <a:buFont typeface="Inter"/>
              <a:buChar char="●"/>
              <a:defRPr sz="800"/>
            </a:lvl1pPr>
            <a:lvl2pPr marL="914400" lvl="1" indent="-279400">
              <a:spcBef>
                <a:spcPts val="0"/>
              </a:spcBef>
              <a:spcAft>
                <a:spcPts val="0"/>
              </a:spcAft>
              <a:buClr>
                <a:schemeClr val="lt1"/>
              </a:buClr>
              <a:buSzPts val="800"/>
              <a:buFont typeface="Inter"/>
              <a:buChar char="○"/>
              <a:defRPr sz="800"/>
            </a:lvl2pPr>
            <a:lvl3pPr marL="1371600" lvl="2" indent="-279400">
              <a:spcBef>
                <a:spcPts val="0"/>
              </a:spcBef>
              <a:spcAft>
                <a:spcPts val="0"/>
              </a:spcAft>
              <a:buClr>
                <a:schemeClr val="lt1"/>
              </a:buClr>
              <a:buSzPts val="800"/>
              <a:buFont typeface="Inter"/>
              <a:buChar char="■"/>
              <a:defRPr sz="800"/>
            </a:lvl3pPr>
            <a:lvl4pPr marL="1828800" lvl="3" indent="-279400">
              <a:spcBef>
                <a:spcPts val="0"/>
              </a:spcBef>
              <a:spcAft>
                <a:spcPts val="0"/>
              </a:spcAft>
              <a:buClr>
                <a:schemeClr val="lt1"/>
              </a:buClr>
              <a:buSzPts val="800"/>
              <a:buFont typeface="Inter"/>
              <a:buChar char="●"/>
              <a:defRPr sz="800"/>
            </a:lvl4pPr>
            <a:lvl5pPr marL="2286000" lvl="4" indent="-279400">
              <a:spcBef>
                <a:spcPts val="0"/>
              </a:spcBef>
              <a:spcAft>
                <a:spcPts val="0"/>
              </a:spcAft>
              <a:buClr>
                <a:schemeClr val="lt1"/>
              </a:buClr>
              <a:buSzPts val="800"/>
              <a:buFont typeface="Inter"/>
              <a:buChar char="○"/>
              <a:defRPr sz="800"/>
            </a:lvl5pPr>
            <a:lvl6pPr marL="2743200" lvl="5" indent="-279400">
              <a:spcBef>
                <a:spcPts val="0"/>
              </a:spcBef>
              <a:spcAft>
                <a:spcPts val="0"/>
              </a:spcAft>
              <a:buClr>
                <a:schemeClr val="lt1"/>
              </a:buClr>
              <a:buSzPts val="800"/>
              <a:buFont typeface="Inter"/>
              <a:buChar char="■"/>
              <a:defRPr sz="800"/>
            </a:lvl6pPr>
            <a:lvl7pPr marL="3200400" lvl="6" indent="-279400">
              <a:spcBef>
                <a:spcPts val="0"/>
              </a:spcBef>
              <a:spcAft>
                <a:spcPts val="0"/>
              </a:spcAft>
              <a:buClr>
                <a:schemeClr val="lt1"/>
              </a:buClr>
              <a:buSzPts val="800"/>
              <a:buFont typeface="Inter"/>
              <a:buChar char="●"/>
              <a:defRPr sz="800"/>
            </a:lvl7pPr>
            <a:lvl8pPr marL="3657600" lvl="7" indent="-279400">
              <a:spcBef>
                <a:spcPts val="0"/>
              </a:spcBef>
              <a:spcAft>
                <a:spcPts val="0"/>
              </a:spcAft>
              <a:buClr>
                <a:schemeClr val="lt1"/>
              </a:buClr>
              <a:buSzPts val="800"/>
              <a:buFont typeface="Inter"/>
              <a:buChar char="○"/>
              <a:defRPr sz="800"/>
            </a:lvl8pPr>
            <a:lvl9pPr marL="4114800" lvl="8" indent="-279400">
              <a:spcBef>
                <a:spcPts val="0"/>
              </a:spcBef>
              <a:spcAft>
                <a:spcPts val="0"/>
              </a:spcAft>
              <a:buClr>
                <a:schemeClr val="lt1"/>
              </a:buClr>
              <a:buSzPts val="800"/>
              <a:buFont typeface="Inter"/>
              <a:buChar char="■"/>
              <a:defRPr sz="800"/>
            </a:lvl9pPr>
          </a:lstStyle>
          <a:p>
            <a:endParaRPr/>
          </a:p>
        </p:txBody>
      </p:sp>
      <p:sp>
        <p:nvSpPr>
          <p:cNvPr id="263" name="Google Shape;263;p35"/>
          <p:cNvSpPr txBox="1">
            <a:spLocks noGrp="1"/>
          </p:cNvSpPr>
          <p:nvPr>
            <p:ph type="title" idx="2"/>
          </p:nvPr>
        </p:nvSpPr>
        <p:spPr>
          <a:xfrm>
            <a:off x="1049249" y="3575325"/>
            <a:ext cx="1902000" cy="2436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a:endParaRPr/>
          </a:p>
        </p:txBody>
      </p:sp>
      <p:sp>
        <p:nvSpPr>
          <p:cNvPr id="264" name="Google Shape;264;p35"/>
          <p:cNvSpPr txBox="1">
            <a:spLocks noGrp="1"/>
          </p:cNvSpPr>
          <p:nvPr>
            <p:ph type="body" idx="3"/>
          </p:nvPr>
        </p:nvSpPr>
        <p:spPr>
          <a:xfrm>
            <a:off x="1049250" y="3941500"/>
            <a:ext cx="1902000" cy="639600"/>
          </a:xfrm>
          <a:prstGeom prst="rect">
            <a:avLst/>
          </a:prstGeom>
        </p:spPr>
        <p:txBody>
          <a:bodyPr spcFirstLastPara="1" wrap="square" lIns="0" tIns="0" rIns="0" bIns="0" anchor="t" anchorCtr="0">
            <a:noAutofit/>
          </a:bodyPr>
          <a:lstStyle>
            <a:lvl1pPr marL="457200" lvl="0" indent="-279400">
              <a:spcBef>
                <a:spcPts val="0"/>
              </a:spcBef>
              <a:spcAft>
                <a:spcPts val="0"/>
              </a:spcAft>
              <a:buClr>
                <a:schemeClr val="lt1"/>
              </a:buClr>
              <a:buSzPts val="800"/>
              <a:buFont typeface="Inter"/>
              <a:buChar char="●"/>
              <a:defRPr sz="800"/>
            </a:lvl1pPr>
            <a:lvl2pPr marL="914400" lvl="1" indent="-279400">
              <a:spcBef>
                <a:spcPts val="0"/>
              </a:spcBef>
              <a:spcAft>
                <a:spcPts val="0"/>
              </a:spcAft>
              <a:buClr>
                <a:schemeClr val="lt1"/>
              </a:buClr>
              <a:buSzPts val="800"/>
              <a:buFont typeface="Inter"/>
              <a:buChar char="○"/>
              <a:defRPr sz="800"/>
            </a:lvl2pPr>
            <a:lvl3pPr marL="1371600" lvl="2" indent="-279400">
              <a:spcBef>
                <a:spcPts val="0"/>
              </a:spcBef>
              <a:spcAft>
                <a:spcPts val="0"/>
              </a:spcAft>
              <a:buClr>
                <a:schemeClr val="lt1"/>
              </a:buClr>
              <a:buSzPts val="800"/>
              <a:buFont typeface="Inter"/>
              <a:buChar char="■"/>
              <a:defRPr sz="800"/>
            </a:lvl3pPr>
            <a:lvl4pPr marL="1828800" lvl="3" indent="-279400">
              <a:spcBef>
                <a:spcPts val="0"/>
              </a:spcBef>
              <a:spcAft>
                <a:spcPts val="0"/>
              </a:spcAft>
              <a:buClr>
                <a:schemeClr val="lt1"/>
              </a:buClr>
              <a:buSzPts val="800"/>
              <a:buFont typeface="Inter"/>
              <a:buChar char="●"/>
              <a:defRPr sz="800"/>
            </a:lvl4pPr>
            <a:lvl5pPr marL="2286000" lvl="4" indent="-279400">
              <a:spcBef>
                <a:spcPts val="0"/>
              </a:spcBef>
              <a:spcAft>
                <a:spcPts val="0"/>
              </a:spcAft>
              <a:buClr>
                <a:schemeClr val="lt1"/>
              </a:buClr>
              <a:buSzPts val="800"/>
              <a:buFont typeface="Inter"/>
              <a:buChar char="○"/>
              <a:defRPr sz="800"/>
            </a:lvl5pPr>
            <a:lvl6pPr marL="2743200" lvl="5" indent="-279400">
              <a:spcBef>
                <a:spcPts val="0"/>
              </a:spcBef>
              <a:spcAft>
                <a:spcPts val="0"/>
              </a:spcAft>
              <a:buClr>
                <a:schemeClr val="lt1"/>
              </a:buClr>
              <a:buSzPts val="800"/>
              <a:buFont typeface="Inter"/>
              <a:buChar char="■"/>
              <a:defRPr sz="800"/>
            </a:lvl6pPr>
            <a:lvl7pPr marL="3200400" lvl="6" indent="-279400">
              <a:spcBef>
                <a:spcPts val="0"/>
              </a:spcBef>
              <a:spcAft>
                <a:spcPts val="0"/>
              </a:spcAft>
              <a:buClr>
                <a:schemeClr val="lt1"/>
              </a:buClr>
              <a:buSzPts val="800"/>
              <a:buFont typeface="Inter"/>
              <a:buChar char="●"/>
              <a:defRPr sz="800"/>
            </a:lvl7pPr>
            <a:lvl8pPr marL="3657600" lvl="7" indent="-279400">
              <a:spcBef>
                <a:spcPts val="0"/>
              </a:spcBef>
              <a:spcAft>
                <a:spcPts val="0"/>
              </a:spcAft>
              <a:buClr>
                <a:schemeClr val="lt1"/>
              </a:buClr>
              <a:buSzPts val="800"/>
              <a:buFont typeface="Inter"/>
              <a:buChar char="○"/>
              <a:defRPr sz="800"/>
            </a:lvl8pPr>
            <a:lvl9pPr marL="4114800" lvl="8" indent="-279400">
              <a:spcBef>
                <a:spcPts val="0"/>
              </a:spcBef>
              <a:spcAft>
                <a:spcPts val="0"/>
              </a:spcAft>
              <a:buClr>
                <a:schemeClr val="lt1"/>
              </a:buClr>
              <a:buSzPts val="800"/>
              <a:buFont typeface="Inter"/>
              <a:buChar char="■"/>
              <a:defRPr sz="800"/>
            </a:lvl9pPr>
          </a:lstStyle>
          <a:p>
            <a:endParaRPr/>
          </a:p>
        </p:txBody>
      </p:sp>
      <p:sp>
        <p:nvSpPr>
          <p:cNvPr id="265" name="Google Shape;265;p35"/>
          <p:cNvSpPr txBox="1">
            <a:spLocks noGrp="1"/>
          </p:cNvSpPr>
          <p:nvPr>
            <p:ph type="title" idx="4"/>
          </p:nvPr>
        </p:nvSpPr>
        <p:spPr>
          <a:xfrm>
            <a:off x="3950249" y="2030625"/>
            <a:ext cx="1902000" cy="2436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a:endParaRPr/>
          </a:p>
        </p:txBody>
      </p:sp>
      <p:sp>
        <p:nvSpPr>
          <p:cNvPr id="266" name="Google Shape;266;p35"/>
          <p:cNvSpPr txBox="1">
            <a:spLocks noGrp="1"/>
          </p:cNvSpPr>
          <p:nvPr>
            <p:ph type="body" idx="5"/>
          </p:nvPr>
        </p:nvSpPr>
        <p:spPr>
          <a:xfrm>
            <a:off x="3950250" y="2396800"/>
            <a:ext cx="1902000" cy="639600"/>
          </a:xfrm>
          <a:prstGeom prst="rect">
            <a:avLst/>
          </a:prstGeom>
        </p:spPr>
        <p:txBody>
          <a:bodyPr spcFirstLastPara="1" wrap="square" lIns="0" tIns="0" rIns="0" bIns="0" anchor="t" anchorCtr="0">
            <a:noAutofit/>
          </a:bodyPr>
          <a:lstStyle>
            <a:lvl1pPr marL="457200" lvl="0" indent="-279400">
              <a:spcBef>
                <a:spcPts val="0"/>
              </a:spcBef>
              <a:spcAft>
                <a:spcPts val="0"/>
              </a:spcAft>
              <a:buClr>
                <a:schemeClr val="lt1"/>
              </a:buClr>
              <a:buSzPts val="800"/>
              <a:buFont typeface="Inter"/>
              <a:buChar char="●"/>
              <a:defRPr sz="800"/>
            </a:lvl1pPr>
            <a:lvl2pPr marL="914400" lvl="1" indent="-279400">
              <a:spcBef>
                <a:spcPts val="0"/>
              </a:spcBef>
              <a:spcAft>
                <a:spcPts val="0"/>
              </a:spcAft>
              <a:buClr>
                <a:schemeClr val="lt1"/>
              </a:buClr>
              <a:buSzPts val="800"/>
              <a:buFont typeface="Inter"/>
              <a:buChar char="○"/>
              <a:defRPr sz="800"/>
            </a:lvl2pPr>
            <a:lvl3pPr marL="1371600" lvl="2" indent="-279400">
              <a:spcBef>
                <a:spcPts val="0"/>
              </a:spcBef>
              <a:spcAft>
                <a:spcPts val="0"/>
              </a:spcAft>
              <a:buClr>
                <a:schemeClr val="lt1"/>
              </a:buClr>
              <a:buSzPts val="800"/>
              <a:buFont typeface="Inter"/>
              <a:buChar char="■"/>
              <a:defRPr sz="800"/>
            </a:lvl3pPr>
            <a:lvl4pPr marL="1828800" lvl="3" indent="-279400">
              <a:spcBef>
                <a:spcPts val="0"/>
              </a:spcBef>
              <a:spcAft>
                <a:spcPts val="0"/>
              </a:spcAft>
              <a:buClr>
                <a:schemeClr val="lt1"/>
              </a:buClr>
              <a:buSzPts val="800"/>
              <a:buFont typeface="Inter"/>
              <a:buChar char="●"/>
              <a:defRPr sz="800"/>
            </a:lvl4pPr>
            <a:lvl5pPr marL="2286000" lvl="4" indent="-279400">
              <a:spcBef>
                <a:spcPts val="0"/>
              </a:spcBef>
              <a:spcAft>
                <a:spcPts val="0"/>
              </a:spcAft>
              <a:buClr>
                <a:schemeClr val="lt1"/>
              </a:buClr>
              <a:buSzPts val="800"/>
              <a:buFont typeface="Inter"/>
              <a:buChar char="○"/>
              <a:defRPr sz="800"/>
            </a:lvl5pPr>
            <a:lvl6pPr marL="2743200" lvl="5" indent="-279400">
              <a:spcBef>
                <a:spcPts val="0"/>
              </a:spcBef>
              <a:spcAft>
                <a:spcPts val="0"/>
              </a:spcAft>
              <a:buClr>
                <a:schemeClr val="lt1"/>
              </a:buClr>
              <a:buSzPts val="800"/>
              <a:buFont typeface="Inter"/>
              <a:buChar char="■"/>
              <a:defRPr sz="800"/>
            </a:lvl6pPr>
            <a:lvl7pPr marL="3200400" lvl="6" indent="-279400">
              <a:spcBef>
                <a:spcPts val="0"/>
              </a:spcBef>
              <a:spcAft>
                <a:spcPts val="0"/>
              </a:spcAft>
              <a:buClr>
                <a:schemeClr val="lt1"/>
              </a:buClr>
              <a:buSzPts val="800"/>
              <a:buFont typeface="Inter"/>
              <a:buChar char="●"/>
              <a:defRPr sz="800"/>
            </a:lvl7pPr>
            <a:lvl8pPr marL="3657600" lvl="7" indent="-279400">
              <a:spcBef>
                <a:spcPts val="0"/>
              </a:spcBef>
              <a:spcAft>
                <a:spcPts val="0"/>
              </a:spcAft>
              <a:buClr>
                <a:schemeClr val="lt1"/>
              </a:buClr>
              <a:buSzPts val="800"/>
              <a:buFont typeface="Inter"/>
              <a:buChar char="○"/>
              <a:defRPr sz="800"/>
            </a:lvl8pPr>
            <a:lvl9pPr marL="4114800" lvl="8" indent="-279400">
              <a:spcBef>
                <a:spcPts val="0"/>
              </a:spcBef>
              <a:spcAft>
                <a:spcPts val="0"/>
              </a:spcAft>
              <a:buClr>
                <a:schemeClr val="lt1"/>
              </a:buClr>
              <a:buSzPts val="800"/>
              <a:buFont typeface="Inter"/>
              <a:buChar char="■"/>
              <a:defRPr sz="800"/>
            </a:lvl9pPr>
          </a:lstStyle>
          <a:p>
            <a:endParaRPr/>
          </a:p>
        </p:txBody>
      </p:sp>
      <p:sp>
        <p:nvSpPr>
          <p:cNvPr id="267" name="Google Shape;267;p35"/>
          <p:cNvSpPr txBox="1">
            <a:spLocks noGrp="1"/>
          </p:cNvSpPr>
          <p:nvPr>
            <p:ph type="title" idx="6"/>
          </p:nvPr>
        </p:nvSpPr>
        <p:spPr>
          <a:xfrm>
            <a:off x="3950249" y="3575325"/>
            <a:ext cx="1902000" cy="2436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a:endParaRPr/>
          </a:p>
        </p:txBody>
      </p:sp>
      <p:sp>
        <p:nvSpPr>
          <p:cNvPr id="268" name="Google Shape;268;p35"/>
          <p:cNvSpPr txBox="1">
            <a:spLocks noGrp="1"/>
          </p:cNvSpPr>
          <p:nvPr>
            <p:ph type="body" idx="7"/>
          </p:nvPr>
        </p:nvSpPr>
        <p:spPr>
          <a:xfrm>
            <a:off x="3950250" y="3941500"/>
            <a:ext cx="1902000" cy="639600"/>
          </a:xfrm>
          <a:prstGeom prst="rect">
            <a:avLst/>
          </a:prstGeom>
        </p:spPr>
        <p:txBody>
          <a:bodyPr spcFirstLastPara="1" wrap="square" lIns="0" tIns="0" rIns="0" bIns="0" anchor="t" anchorCtr="0">
            <a:noAutofit/>
          </a:bodyPr>
          <a:lstStyle>
            <a:lvl1pPr marL="457200" lvl="0" indent="-279400">
              <a:spcBef>
                <a:spcPts val="0"/>
              </a:spcBef>
              <a:spcAft>
                <a:spcPts val="0"/>
              </a:spcAft>
              <a:buClr>
                <a:schemeClr val="lt1"/>
              </a:buClr>
              <a:buSzPts val="800"/>
              <a:buFont typeface="Inter"/>
              <a:buChar char="●"/>
              <a:defRPr sz="800"/>
            </a:lvl1pPr>
            <a:lvl2pPr marL="914400" lvl="1" indent="-279400">
              <a:spcBef>
                <a:spcPts val="0"/>
              </a:spcBef>
              <a:spcAft>
                <a:spcPts val="0"/>
              </a:spcAft>
              <a:buClr>
                <a:schemeClr val="lt1"/>
              </a:buClr>
              <a:buSzPts val="800"/>
              <a:buFont typeface="Inter"/>
              <a:buChar char="○"/>
              <a:defRPr sz="800"/>
            </a:lvl2pPr>
            <a:lvl3pPr marL="1371600" lvl="2" indent="-279400">
              <a:spcBef>
                <a:spcPts val="0"/>
              </a:spcBef>
              <a:spcAft>
                <a:spcPts val="0"/>
              </a:spcAft>
              <a:buClr>
                <a:schemeClr val="lt1"/>
              </a:buClr>
              <a:buSzPts val="800"/>
              <a:buFont typeface="Inter"/>
              <a:buChar char="■"/>
              <a:defRPr sz="800"/>
            </a:lvl3pPr>
            <a:lvl4pPr marL="1828800" lvl="3" indent="-279400">
              <a:spcBef>
                <a:spcPts val="0"/>
              </a:spcBef>
              <a:spcAft>
                <a:spcPts val="0"/>
              </a:spcAft>
              <a:buClr>
                <a:schemeClr val="lt1"/>
              </a:buClr>
              <a:buSzPts val="800"/>
              <a:buFont typeface="Inter"/>
              <a:buChar char="●"/>
              <a:defRPr sz="800"/>
            </a:lvl4pPr>
            <a:lvl5pPr marL="2286000" lvl="4" indent="-279400">
              <a:spcBef>
                <a:spcPts val="0"/>
              </a:spcBef>
              <a:spcAft>
                <a:spcPts val="0"/>
              </a:spcAft>
              <a:buClr>
                <a:schemeClr val="lt1"/>
              </a:buClr>
              <a:buSzPts val="800"/>
              <a:buFont typeface="Inter"/>
              <a:buChar char="○"/>
              <a:defRPr sz="800"/>
            </a:lvl5pPr>
            <a:lvl6pPr marL="2743200" lvl="5" indent="-279400">
              <a:spcBef>
                <a:spcPts val="0"/>
              </a:spcBef>
              <a:spcAft>
                <a:spcPts val="0"/>
              </a:spcAft>
              <a:buClr>
                <a:schemeClr val="lt1"/>
              </a:buClr>
              <a:buSzPts val="800"/>
              <a:buFont typeface="Inter"/>
              <a:buChar char="■"/>
              <a:defRPr sz="800"/>
            </a:lvl6pPr>
            <a:lvl7pPr marL="3200400" lvl="6" indent="-279400">
              <a:spcBef>
                <a:spcPts val="0"/>
              </a:spcBef>
              <a:spcAft>
                <a:spcPts val="0"/>
              </a:spcAft>
              <a:buClr>
                <a:schemeClr val="lt1"/>
              </a:buClr>
              <a:buSzPts val="800"/>
              <a:buFont typeface="Inter"/>
              <a:buChar char="●"/>
              <a:defRPr sz="800"/>
            </a:lvl7pPr>
            <a:lvl8pPr marL="3657600" lvl="7" indent="-279400">
              <a:spcBef>
                <a:spcPts val="0"/>
              </a:spcBef>
              <a:spcAft>
                <a:spcPts val="0"/>
              </a:spcAft>
              <a:buClr>
                <a:schemeClr val="lt1"/>
              </a:buClr>
              <a:buSzPts val="800"/>
              <a:buFont typeface="Inter"/>
              <a:buChar char="○"/>
              <a:defRPr sz="800"/>
            </a:lvl8pPr>
            <a:lvl9pPr marL="4114800" lvl="8" indent="-279400">
              <a:spcBef>
                <a:spcPts val="0"/>
              </a:spcBef>
              <a:spcAft>
                <a:spcPts val="0"/>
              </a:spcAft>
              <a:buClr>
                <a:schemeClr val="lt1"/>
              </a:buClr>
              <a:buSzPts val="800"/>
              <a:buFont typeface="Inter"/>
              <a:buChar char="■"/>
              <a:defRPr sz="800"/>
            </a:lvl9pPr>
          </a:lstStyle>
          <a:p>
            <a:endParaRPr/>
          </a:p>
        </p:txBody>
      </p:sp>
      <p:sp>
        <p:nvSpPr>
          <p:cNvPr id="269" name="Google Shape;269;p35"/>
          <p:cNvSpPr txBox="1">
            <a:spLocks noGrp="1"/>
          </p:cNvSpPr>
          <p:nvPr>
            <p:ph type="title" idx="8"/>
          </p:nvPr>
        </p:nvSpPr>
        <p:spPr>
          <a:xfrm>
            <a:off x="6851249" y="2030625"/>
            <a:ext cx="1902000" cy="2436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a:endParaRPr/>
          </a:p>
        </p:txBody>
      </p:sp>
      <p:sp>
        <p:nvSpPr>
          <p:cNvPr id="270" name="Google Shape;270;p35"/>
          <p:cNvSpPr txBox="1">
            <a:spLocks noGrp="1"/>
          </p:cNvSpPr>
          <p:nvPr>
            <p:ph type="body" idx="9"/>
          </p:nvPr>
        </p:nvSpPr>
        <p:spPr>
          <a:xfrm>
            <a:off x="6851250" y="2396800"/>
            <a:ext cx="1902000" cy="639600"/>
          </a:xfrm>
          <a:prstGeom prst="rect">
            <a:avLst/>
          </a:prstGeom>
        </p:spPr>
        <p:txBody>
          <a:bodyPr spcFirstLastPara="1" wrap="square" lIns="0" tIns="0" rIns="0" bIns="0" anchor="t" anchorCtr="0">
            <a:noAutofit/>
          </a:bodyPr>
          <a:lstStyle>
            <a:lvl1pPr marL="457200" lvl="0" indent="-279400">
              <a:spcBef>
                <a:spcPts val="0"/>
              </a:spcBef>
              <a:spcAft>
                <a:spcPts val="0"/>
              </a:spcAft>
              <a:buClr>
                <a:schemeClr val="lt1"/>
              </a:buClr>
              <a:buSzPts val="800"/>
              <a:buFont typeface="Inter"/>
              <a:buChar char="●"/>
              <a:defRPr sz="800"/>
            </a:lvl1pPr>
            <a:lvl2pPr marL="914400" lvl="1" indent="-279400">
              <a:spcBef>
                <a:spcPts val="0"/>
              </a:spcBef>
              <a:spcAft>
                <a:spcPts val="0"/>
              </a:spcAft>
              <a:buClr>
                <a:schemeClr val="lt1"/>
              </a:buClr>
              <a:buSzPts val="800"/>
              <a:buFont typeface="Inter"/>
              <a:buChar char="○"/>
              <a:defRPr sz="800"/>
            </a:lvl2pPr>
            <a:lvl3pPr marL="1371600" lvl="2" indent="-279400">
              <a:spcBef>
                <a:spcPts val="0"/>
              </a:spcBef>
              <a:spcAft>
                <a:spcPts val="0"/>
              </a:spcAft>
              <a:buClr>
                <a:schemeClr val="lt1"/>
              </a:buClr>
              <a:buSzPts val="800"/>
              <a:buFont typeface="Inter"/>
              <a:buChar char="■"/>
              <a:defRPr sz="800"/>
            </a:lvl3pPr>
            <a:lvl4pPr marL="1828800" lvl="3" indent="-279400">
              <a:spcBef>
                <a:spcPts val="0"/>
              </a:spcBef>
              <a:spcAft>
                <a:spcPts val="0"/>
              </a:spcAft>
              <a:buClr>
                <a:schemeClr val="lt1"/>
              </a:buClr>
              <a:buSzPts val="800"/>
              <a:buFont typeface="Inter"/>
              <a:buChar char="●"/>
              <a:defRPr sz="800"/>
            </a:lvl4pPr>
            <a:lvl5pPr marL="2286000" lvl="4" indent="-279400">
              <a:spcBef>
                <a:spcPts val="0"/>
              </a:spcBef>
              <a:spcAft>
                <a:spcPts val="0"/>
              </a:spcAft>
              <a:buClr>
                <a:schemeClr val="lt1"/>
              </a:buClr>
              <a:buSzPts val="800"/>
              <a:buFont typeface="Inter"/>
              <a:buChar char="○"/>
              <a:defRPr sz="800"/>
            </a:lvl5pPr>
            <a:lvl6pPr marL="2743200" lvl="5" indent="-279400">
              <a:spcBef>
                <a:spcPts val="0"/>
              </a:spcBef>
              <a:spcAft>
                <a:spcPts val="0"/>
              </a:spcAft>
              <a:buClr>
                <a:schemeClr val="lt1"/>
              </a:buClr>
              <a:buSzPts val="800"/>
              <a:buFont typeface="Inter"/>
              <a:buChar char="■"/>
              <a:defRPr sz="800"/>
            </a:lvl6pPr>
            <a:lvl7pPr marL="3200400" lvl="6" indent="-279400">
              <a:spcBef>
                <a:spcPts val="0"/>
              </a:spcBef>
              <a:spcAft>
                <a:spcPts val="0"/>
              </a:spcAft>
              <a:buClr>
                <a:schemeClr val="lt1"/>
              </a:buClr>
              <a:buSzPts val="800"/>
              <a:buFont typeface="Inter"/>
              <a:buChar char="●"/>
              <a:defRPr sz="800"/>
            </a:lvl7pPr>
            <a:lvl8pPr marL="3657600" lvl="7" indent="-279400">
              <a:spcBef>
                <a:spcPts val="0"/>
              </a:spcBef>
              <a:spcAft>
                <a:spcPts val="0"/>
              </a:spcAft>
              <a:buClr>
                <a:schemeClr val="lt1"/>
              </a:buClr>
              <a:buSzPts val="800"/>
              <a:buFont typeface="Inter"/>
              <a:buChar char="○"/>
              <a:defRPr sz="800"/>
            </a:lvl8pPr>
            <a:lvl9pPr marL="4114800" lvl="8" indent="-279400">
              <a:spcBef>
                <a:spcPts val="0"/>
              </a:spcBef>
              <a:spcAft>
                <a:spcPts val="0"/>
              </a:spcAft>
              <a:buClr>
                <a:schemeClr val="lt1"/>
              </a:buClr>
              <a:buSzPts val="800"/>
              <a:buFont typeface="Inter"/>
              <a:buChar char="■"/>
              <a:defRPr sz="800"/>
            </a:lvl9pPr>
          </a:lstStyle>
          <a:p>
            <a:endParaRPr/>
          </a:p>
        </p:txBody>
      </p:sp>
      <p:sp>
        <p:nvSpPr>
          <p:cNvPr id="271" name="Google Shape;271;p35"/>
          <p:cNvSpPr txBox="1">
            <a:spLocks noGrp="1"/>
          </p:cNvSpPr>
          <p:nvPr>
            <p:ph type="title" idx="13"/>
          </p:nvPr>
        </p:nvSpPr>
        <p:spPr>
          <a:xfrm>
            <a:off x="6851249" y="3575325"/>
            <a:ext cx="1902000" cy="2436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a:endParaRPr/>
          </a:p>
        </p:txBody>
      </p:sp>
      <p:sp>
        <p:nvSpPr>
          <p:cNvPr id="272" name="Google Shape;272;p35"/>
          <p:cNvSpPr txBox="1">
            <a:spLocks noGrp="1"/>
          </p:cNvSpPr>
          <p:nvPr>
            <p:ph type="body" idx="14"/>
          </p:nvPr>
        </p:nvSpPr>
        <p:spPr>
          <a:xfrm>
            <a:off x="6851250" y="3941500"/>
            <a:ext cx="1902000" cy="639600"/>
          </a:xfrm>
          <a:prstGeom prst="rect">
            <a:avLst/>
          </a:prstGeom>
        </p:spPr>
        <p:txBody>
          <a:bodyPr spcFirstLastPara="1" wrap="square" lIns="0" tIns="0" rIns="0" bIns="0" anchor="t" anchorCtr="0">
            <a:noAutofit/>
          </a:bodyPr>
          <a:lstStyle>
            <a:lvl1pPr marL="457200" lvl="0" indent="-279400">
              <a:spcBef>
                <a:spcPts val="0"/>
              </a:spcBef>
              <a:spcAft>
                <a:spcPts val="0"/>
              </a:spcAft>
              <a:buClr>
                <a:schemeClr val="lt1"/>
              </a:buClr>
              <a:buSzPts val="800"/>
              <a:buFont typeface="Inter"/>
              <a:buChar char="●"/>
              <a:defRPr sz="800"/>
            </a:lvl1pPr>
            <a:lvl2pPr marL="914400" lvl="1" indent="-279400">
              <a:spcBef>
                <a:spcPts val="0"/>
              </a:spcBef>
              <a:spcAft>
                <a:spcPts val="0"/>
              </a:spcAft>
              <a:buClr>
                <a:schemeClr val="lt1"/>
              </a:buClr>
              <a:buSzPts val="800"/>
              <a:buFont typeface="Inter"/>
              <a:buChar char="○"/>
              <a:defRPr sz="800"/>
            </a:lvl2pPr>
            <a:lvl3pPr marL="1371600" lvl="2" indent="-279400">
              <a:spcBef>
                <a:spcPts val="0"/>
              </a:spcBef>
              <a:spcAft>
                <a:spcPts val="0"/>
              </a:spcAft>
              <a:buClr>
                <a:schemeClr val="lt1"/>
              </a:buClr>
              <a:buSzPts val="800"/>
              <a:buFont typeface="Inter"/>
              <a:buChar char="■"/>
              <a:defRPr sz="800"/>
            </a:lvl3pPr>
            <a:lvl4pPr marL="1828800" lvl="3" indent="-279400">
              <a:spcBef>
                <a:spcPts val="0"/>
              </a:spcBef>
              <a:spcAft>
                <a:spcPts val="0"/>
              </a:spcAft>
              <a:buClr>
                <a:schemeClr val="lt1"/>
              </a:buClr>
              <a:buSzPts val="800"/>
              <a:buFont typeface="Inter"/>
              <a:buChar char="●"/>
              <a:defRPr sz="800"/>
            </a:lvl4pPr>
            <a:lvl5pPr marL="2286000" lvl="4" indent="-279400">
              <a:spcBef>
                <a:spcPts val="0"/>
              </a:spcBef>
              <a:spcAft>
                <a:spcPts val="0"/>
              </a:spcAft>
              <a:buClr>
                <a:schemeClr val="lt1"/>
              </a:buClr>
              <a:buSzPts val="800"/>
              <a:buFont typeface="Inter"/>
              <a:buChar char="○"/>
              <a:defRPr sz="800"/>
            </a:lvl5pPr>
            <a:lvl6pPr marL="2743200" lvl="5" indent="-279400">
              <a:spcBef>
                <a:spcPts val="0"/>
              </a:spcBef>
              <a:spcAft>
                <a:spcPts val="0"/>
              </a:spcAft>
              <a:buClr>
                <a:schemeClr val="lt1"/>
              </a:buClr>
              <a:buSzPts val="800"/>
              <a:buFont typeface="Inter"/>
              <a:buChar char="■"/>
              <a:defRPr sz="800"/>
            </a:lvl6pPr>
            <a:lvl7pPr marL="3200400" lvl="6" indent="-279400">
              <a:spcBef>
                <a:spcPts val="0"/>
              </a:spcBef>
              <a:spcAft>
                <a:spcPts val="0"/>
              </a:spcAft>
              <a:buClr>
                <a:schemeClr val="lt1"/>
              </a:buClr>
              <a:buSzPts val="800"/>
              <a:buFont typeface="Inter"/>
              <a:buChar char="●"/>
              <a:defRPr sz="800"/>
            </a:lvl7pPr>
            <a:lvl8pPr marL="3657600" lvl="7" indent="-279400">
              <a:spcBef>
                <a:spcPts val="0"/>
              </a:spcBef>
              <a:spcAft>
                <a:spcPts val="0"/>
              </a:spcAft>
              <a:buClr>
                <a:schemeClr val="lt1"/>
              </a:buClr>
              <a:buSzPts val="800"/>
              <a:buFont typeface="Inter"/>
              <a:buChar char="○"/>
              <a:defRPr sz="800"/>
            </a:lvl8pPr>
            <a:lvl9pPr marL="4114800" lvl="8" indent="-279400">
              <a:spcBef>
                <a:spcPts val="0"/>
              </a:spcBef>
              <a:spcAft>
                <a:spcPts val="0"/>
              </a:spcAft>
              <a:buClr>
                <a:schemeClr val="lt1"/>
              </a:buClr>
              <a:buSzPts val="800"/>
              <a:buFont typeface="Inter"/>
              <a:buChar char="■"/>
              <a:defRPr sz="800"/>
            </a:lvl9pPr>
          </a:lstStyle>
          <a:p>
            <a:endParaRPr/>
          </a:p>
        </p:txBody>
      </p:sp>
      <p:sp>
        <p:nvSpPr>
          <p:cNvPr id="273" name="Google Shape;273;p35"/>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74" name="Google Shape;274;p35"/>
          <p:cNvSpPr txBox="1">
            <a:spLocks noGrp="1"/>
          </p:cNvSpPr>
          <p:nvPr>
            <p:ph type="title" idx="15"/>
          </p:nvPr>
        </p:nvSpPr>
        <p:spPr>
          <a:xfrm>
            <a:off x="283850" y="285900"/>
            <a:ext cx="8571900" cy="8163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a:endParaRPr/>
          </a:p>
        </p:txBody>
      </p:sp>
      <p:sp>
        <p:nvSpPr>
          <p:cNvPr id="275" name="Google Shape;275;p35"/>
          <p:cNvSpPr>
            <a:spLocks noGrp="1"/>
          </p:cNvSpPr>
          <p:nvPr>
            <p:ph type="pic" idx="16"/>
          </p:nvPr>
        </p:nvSpPr>
        <p:spPr>
          <a:xfrm>
            <a:off x="290325" y="1862825"/>
            <a:ext cx="663000" cy="1271100"/>
          </a:xfrm>
          <a:prstGeom prst="rect">
            <a:avLst/>
          </a:prstGeom>
          <a:noFill/>
          <a:ln>
            <a:noFill/>
          </a:ln>
        </p:spPr>
      </p:sp>
      <p:sp>
        <p:nvSpPr>
          <p:cNvPr id="276" name="Google Shape;276;p35"/>
          <p:cNvSpPr>
            <a:spLocks noGrp="1"/>
          </p:cNvSpPr>
          <p:nvPr>
            <p:ph type="pic" idx="17"/>
          </p:nvPr>
        </p:nvSpPr>
        <p:spPr>
          <a:xfrm>
            <a:off x="290325" y="3407525"/>
            <a:ext cx="663000" cy="1271100"/>
          </a:xfrm>
          <a:prstGeom prst="rect">
            <a:avLst/>
          </a:prstGeom>
          <a:noFill/>
          <a:ln>
            <a:noFill/>
          </a:ln>
        </p:spPr>
      </p:sp>
      <p:sp>
        <p:nvSpPr>
          <p:cNvPr id="277" name="Google Shape;277;p35"/>
          <p:cNvSpPr>
            <a:spLocks noGrp="1"/>
          </p:cNvSpPr>
          <p:nvPr>
            <p:ph type="pic" idx="18"/>
          </p:nvPr>
        </p:nvSpPr>
        <p:spPr>
          <a:xfrm>
            <a:off x="3191325" y="1862825"/>
            <a:ext cx="663000" cy="1271100"/>
          </a:xfrm>
          <a:prstGeom prst="rect">
            <a:avLst/>
          </a:prstGeom>
          <a:noFill/>
          <a:ln>
            <a:noFill/>
          </a:ln>
        </p:spPr>
      </p:sp>
      <p:sp>
        <p:nvSpPr>
          <p:cNvPr id="278" name="Google Shape;278;p35"/>
          <p:cNvSpPr>
            <a:spLocks noGrp="1"/>
          </p:cNvSpPr>
          <p:nvPr>
            <p:ph type="pic" idx="19"/>
          </p:nvPr>
        </p:nvSpPr>
        <p:spPr>
          <a:xfrm>
            <a:off x="3191325" y="3407525"/>
            <a:ext cx="663000" cy="1271100"/>
          </a:xfrm>
          <a:prstGeom prst="rect">
            <a:avLst/>
          </a:prstGeom>
          <a:noFill/>
          <a:ln>
            <a:noFill/>
          </a:ln>
        </p:spPr>
      </p:sp>
      <p:sp>
        <p:nvSpPr>
          <p:cNvPr id="279" name="Google Shape;279;p35"/>
          <p:cNvSpPr>
            <a:spLocks noGrp="1"/>
          </p:cNvSpPr>
          <p:nvPr>
            <p:ph type="pic" idx="20"/>
          </p:nvPr>
        </p:nvSpPr>
        <p:spPr>
          <a:xfrm>
            <a:off x="6092325" y="1862825"/>
            <a:ext cx="663000" cy="1271100"/>
          </a:xfrm>
          <a:prstGeom prst="rect">
            <a:avLst/>
          </a:prstGeom>
          <a:noFill/>
          <a:ln>
            <a:noFill/>
          </a:ln>
        </p:spPr>
      </p:sp>
      <p:sp>
        <p:nvSpPr>
          <p:cNvPr id="280" name="Google Shape;280;p35"/>
          <p:cNvSpPr>
            <a:spLocks noGrp="1"/>
          </p:cNvSpPr>
          <p:nvPr>
            <p:ph type="pic" idx="21"/>
          </p:nvPr>
        </p:nvSpPr>
        <p:spPr>
          <a:xfrm>
            <a:off x="6092325" y="3407525"/>
            <a:ext cx="663000" cy="1271100"/>
          </a:xfrm>
          <a:prstGeom prst="rect">
            <a:avLst/>
          </a:prstGeom>
          <a:noFill/>
          <a:ln>
            <a:noFill/>
          </a:ln>
        </p:spPr>
      </p:sp>
      <p:sp>
        <p:nvSpPr>
          <p:cNvPr id="281" name="Google Shape;281;p35"/>
          <p:cNvSpPr txBox="1">
            <a:spLocks noGrp="1"/>
          </p:cNvSpPr>
          <p:nvPr>
            <p:ph type="title" idx="2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2" name="Google Shape;282;p35"/>
          <p:cNvSpPr txBox="1">
            <a:spLocks noGrp="1"/>
          </p:cNvSpPr>
          <p:nvPr>
            <p:ph type="title" idx="2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image grid and body text">
  <p:cSld name="CUSTOM_2">
    <p:bg>
      <p:bgPr>
        <a:solidFill>
          <a:schemeClr val="lt1"/>
        </a:solidFill>
        <a:effectLst/>
      </p:bgPr>
    </p:bg>
    <p:spTree>
      <p:nvGrpSpPr>
        <p:cNvPr id="1" name="Shape 283"/>
        <p:cNvGrpSpPr/>
        <p:nvPr/>
      </p:nvGrpSpPr>
      <p:grpSpPr>
        <a:xfrm>
          <a:off x="0" y="0"/>
          <a:ext cx="0" cy="0"/>
          <a:chOff x="0" y="0"/>
          <a:chExt cx="0" cy="0"/>
        </a:xfrm>
      </p:grpSpPr>
      <p:sp>
        <p:nvSpPr>
          <p:cNvPr id="284" name="Google Shape;284;p36"/>
          <p:cNvSpPr>
            <a:spLocks noGrp="1"/>
          </p:cNvSpPr>
          <p:nvPr>
            <p:ph type="pic" idx="2"/>
          </p:nvPr>
        </p:nvSpPr>
        <p:spPr>
          <a:xfrm>
            <a:off x="3186000" y="3242875"/>
            <a:ext cx="2798100" cy="1440600"/>
          </a:xfrm>
          <a:prstGeom prst="rect">
            <a:avLst/>
          </a:prstGeom>
          <a:noFill/>
          <a:ln>
            <a:noFill/>
          </a:ln>
        </p:spPr>
      </p:sp>
      <p:sp>
        <p:nvSpPr>
          <p:cNvPr id="285" name="Google Shape;285;p36"/>
          <p:cNvSpPr>
            <a:spLocks noGrp="1"/>
          </p:cNvSpPr>
          <p:nvPr>
            <p:ph type="pic" idx="3"/>
          </p:nvPr>
        </p:nvSpPr>
        <p:spPr>
          <a:xfrm>
            <a:off x="5984100" y="3242875"/>
            <a:ext cx="1440600" cy="1440600"/>
          </a:xfrm>
          <a:prstGeom prst="rect">
            <a:avLst/>
          </a:prstGeom>
          <a:noFill/>
          <a:ln>
            <a:noFill/>
          </a:ln>
        </p:spPr>
      </p:sp>
      <p:sp>
        <p:nvSpPr>
          <p:cNvPr id="286" name="Google Shape;286;p36"/>
          <p:cNvSpPr>
            <a:spLocks noGrp="1"/>
          </p:cNvSpPr>
          <p:nvPr>
            <p:ph type="pic" idx="4"/>
          </p:nvPr>
        </p:nvSpPr>
        <p:spPr>
          <a:xfrm>
            <a:off x="7412150" y="1440350"/>
            <a:ext cx="1441500" cy="3243000"/>
          </a:xfrm>
          <a:prstGeom prst="rect">
            <a:avLst/>
          </a:prstGeom>
          <a:noFill/>
          <a:ln>
            <a:noFill/>
          </a:ln>
        </p:spPr>
      </p:sp>
      <p:sp>
        <p:nvSpPr>
          <p:cNvPr id="287" name="Google Shape;287;p36"/>
          <p:cNvSpPr>
            <a:spLocks noGrp="1"/>
          </p:cNvSpPr>
          <p:nvPr>
            <p:ph type="pic" idx="5"/>
          </p:nvPr>
        </p:nvSpPr>
        <p:spPr>
          <a:xfrm>
            <a:off x="7412150" y="0"/>
            <a:ext cx="1441500" cy="1440600"/>
          </a:xfrm>
          <a:prstGeom prst="rect">
            <a:avLst/>
          </a:prstGeom>
          <a:noFill/>
          <a:ln>
            <a:noFill/>
          </a:ln>
        </p:spPr>
      </p:sp>
      <p:sp>
        <p:nvSpPr>
          <p:cNvPr id="288" name="Google Shape;288;p36"/>
          <p:cNvSpPr>
            <a:spLocks noGrp="1"/>
          </p:cNvSpPr>
          <p:nvPr>
            <p:ph type="pic" idx="6"/>
          </p:nvPr>
        </p:nvSpPr>
        <p:spPr>
          <a:xfrm>
            <a:off x="3184850" y="0"/>
            <a:ext cx="4227300" cy="3243000"/>
          </a:xfrm>
          <a:prstGeom prst="rect">
            <a:avLst/>
          </a:prstGeom>
          <a:noFill/>
          <a:ln>
            <a:noFill/>
          </a:ln>
        </p:spPr>
      </p:sp>
      <p:sp>
        <p:nvSpPr>
          <p:cNvPr id="289" name="Google Shape;289;p36"/>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290" name="Google Shape;290;p36"/>
          <p:cNvSpPr txBox="1">
            <a:spLocks noGrp="1"/>
          </p:cNvSpPr>
          <p:nvPr>
            <p:ph type="sldNum" idx="7"/>
          </p:nvPr>
        </p:nvSpPr>
        <p:spPr>
          <a:xfrm>
            <a:off x="8308150" y="4782125"/>
            <a:ext cx="548700" cy="76200"/>
          </a:xfrm>
          <a:prstGeom prst="rect">
            <a:avLst/>
          </a:prstGeom>
        </p:spPr>
        <p:txBody>
          <a:bodyPr spcFirstLastPara="1" wrap="square" lIns="0" tIns="0" rIns="0" bIns="0" anchor="ctr" anchorCtr="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291" name="Google Shape;291;p36"/>
          <p:cNvSpPr txBox="1">
            <a:spLocks noGrp="1"/>
          </p:cNvSpPr>
          <p:nvPr>
            <p:ph type="title"/>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292" name="Google Shape;292;p36"/>
          <p:cNvSpPr txBox="1">
            <a:spLocks noGrp="1"/>
          </p:cNvSpPr>
          <p:nvPr>
            <p:ph type="title" idx="8"/>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293" name="Google Shape;293;p36"/>
          <p:cNvSpPr txBox="1">
            <a:spLocks noGrp="1"/>
          </p:cNvSpPr>
          <p:nvPr>
            <p:ph type="title" idx="9"/>
          </p:nvPr>
        </p:nvSpPr>
        <p:spPr>
          <a:xfrm>
            <a:off x="283850" y="285900"/>
            <a:ext cx="2773200" cy="8163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000">
                <a:solidFill>
                  <a:schemeClr val="dk1"/>
                </a:solidFill>
              </a:defRPr>
            </a:lvl1pPr>
            <a:lvl2pPr lvl="1">
              <a:lnSpc>
                <a:spcPct val="85000"/>
              </a:lnSpc>
              <a:spcBef>
                <a:spcPts val="0"/>
              </a:spcBef>
              <a:spcAft>
                <a:spcPts val="0"/>
              </a:spcAft>
              <a:buNone/>
              <a:defRPr sz="3000">
                <a:solidFill>
                  <a:schemeClr val="dk1"/>
                </a:solidFill>
              </a:defRPr>
            </a:lvl2pPr>
            <a:lvl3pPr lvl="2">
              <a:lnSpc>
                <a:spcPct val="85000"/>
              </a:lnSpc>
              <a:spcBef>
                <a:spcPts val="0"/>
              </a:spcBef>
              <a:spcAft>
                <a:spcPts val="0"/>
              </a:spcAft>
              <a:buNone/>
              <a:defRPr sz="3000">
                <a:solidFill>
                  <a:schemeClr val="dk1"/>
                </a:solidFill>
              </a:defRPr>
            </a:lvl3pPr>
            <a:lvl4pPr lvl="3">
              <a:lnSpc>
                <a:spcPct val="85000"/>
              </a:lnSpc>
              <a:spcBef>
                <a:spcPts val="0"/>
              </a:spcBef>
              <a:spcAft>
                <a:spcPts val="0"/>
              </a:spcAft>
              <a:buNone/>
              <a:defRPr sz="3000">
                <a:solidFill>
                  <a:schemeClr val="dk1"/>
                </a:solidFill>
              </a:defRPr>
            </a:lvl4pPr>
            <a:lvl5pPr lvl="4">
              <a:lnSpc>
                <a:spcPct val="85000"/>
              </a:lnSpc>
              <a:spcBef>
                <a:spcPts val="0"/>
              </a:spcBef>
              <a:spcAft>
                <a:spcPts val="0"/>
              </a:spcAft>
              <a:buNone/>
              <a:defRPr sz="3000">
                <a:solidFill>
                  <a:schemeClr val="dk1"/>
                </a:solidFill>
              </a:defRPr>
            </a:lvl5pPr>
            <a:lvl6pPr lvl="5">
              <a:lnSpc>
                <a:spcPct val="85000"/>
              </a:lnSpc>
              <a:spcBef>
                <a:spcPts val="0"/>
              </a:spcBef>
              <a:spcAft>
                <a:spcPts val="0"/>
              </a:spcAft>
              <a:buNone/>
              <a:defRPr sz="3000">
                <a:solidFill>
                  <a:schemeClr val="dk1"/>
                </a:solidFill>
              </a:defRPr>
            </a:lvl6pPr>
            <a:lvl7pPr lvl="6">
              <a:lnSpc>
                <a:spcPct val="85000"/>
              </a:lnSpc>
              <a:spcBef>
                <a:spcPts val="0"/>
              </a:spcBef>
              <a:spcAft>
                <a:spcPts val="0"/>
              </a:spcAft>
              <a:buNone/>
              <a:defRPr sz="3000">
                <a:solidFill>
                  <a:schemeClr val="dk1"/>
                </a:solidFill>
              </a:defRPr>
            </a:lvl7pPr>
            <a:lvl8pPr lvl="7">
              <a:lnSpc>
                <a:spcPct val="85000"/>
              </a:lnSpc>
              <a:spcBef>
                <a:spcPts val="0"/>
              </a:spcBef>
              <a:spcAft>
                <a:spcPts val="0"/>
              </a:spcAft>
              <a:buNone/>
              <a:defRPr sz="3000">
                <a:solidFill>
                  <a:schemeClr val="dk1"/>
                </a:solidFill>
              </a:defRPr>
            </a:lvl8pPr>
            <a:lvl9pPr lvl="8">
              <a:lnSpc>
                <a:spcPct val="85000"/>
              </a:lnSpc>
              <a:spcBef>
                <a:spcPts val="0"/>
              </a:spcBef>
              <a:spcAft>
                <a:spcPts val="0"/>
              </a:spcAft>
              <a:buNone/>
              <a:defRPr sz="3000">
                <a:solidFill>
                  <a:schemeClr val="dk1"/>
                </a:solidFill>
              </a:defRPr>
            </a:lvl9pPr>
          </a:lstStyle>
          <a:p>
            <a:endParaRPr/>
          </a:p>
        </p:txBody>
      </p:sp>
      <p:sp>
        <p:nvSpPr>
          <p:cNvPr id="294" name="Google Shape;294;p36"/>
          <p:cNvSpPr txBox="1">
            <a:spLocks noGrp="1"/>
          </p:cNvSpPr>
          <p:nvPr>
            <p:ph type="body" idx="1"/>
          </p:nvPr>
        </p:nvSpPr>
        <p:spPr>
          <a:xfrm>
            <a:off x="283850" y="2636275"/>
            <a:ext cx="2767200" cy="2046300"/>
          </a:xfrm>
          <a:prstGeom prst="rect">
            <a:avLst/>
          </a:prstGeom>
        </p:spPr>
        <p:txBody>
          <a:bodyPr spcFirstLastPara="1" wrap="square" lIns="0" tIns="0" rIns="0" bIns="0" anchor="b"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Cover">
  <p:cSld name="BLANK_4">
    <p:bg>
      <p:bgPr>
        <a:solidFill>
          <a:schemeClr val="accent1"/>
        </a:solidFill>
        <a:effectLst/>
      </p:bgPr>
    </p:bg>
    <p:spTree>
      <p:nvGrpSpPr>
        <p:cNvPr id="1" name="Shape 295"/>
        <p:cNvGrpSpPr/>
        <p:nvPr/>
      </p:nvGrpSpPr>
      <p:grpSpPr>
        <a:xfrm>
          <a:off x="0" y="0"/>
          <a:ext cx="0" cy="0"/>
          <a:chOff x="0" y="0"/>
          <a:chExt cx="0" cy="0"/>
        </a:xfrm>
      </p:grpSpPr>
      <p:sp>
        <p:nvSpPr>
          <p:cNvPr id="296" name="Google Shape;296;p37"/>
          <p:cNvSpPr/>
          <p:nvPr/>
        </p:nvSpPr>
        <p:spPr>
          <a:xfrm>
            <a:off x="5283375" y="285900"/>
            <a:ext cx="3573485" cy="3573485"/>
          </a:xfrm>
          <a:custGeom>
            <a:avLst/>
            <a:gdLst/>
            <a:ahLst/>
            <a:cxnLst/>
            <a:rect l="l" t="t" r="r" b="b"/>
            <a:pathLst>
              <a:path w="32645" h="32645" extrusionOk="0">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latin typeface="Inter"/>
              <a:ea typeface="Inter"/>
              <a:cs typeface="Inter"/>
              <a:sym typeface="Inter"/>
            </a:endParaRPr>
          </a:p>
        </p:txBody>
      </p:sp>
      <p:sp>
        <p:nvSpPr>
          <p:cNvPr id="297" name="Google Shape;297;p37"/>
          <p:cNvSpPr txBox="1">
            <a:spLocks noGrp="1"/>
          </p:cNvSpPr>
          <p:nvPr>
            <p:ph type="title"/>
          </p:nvPr>
        </p:nvSpPr>
        <p:spPr>
          <a:xfrm>
            <a:off x="283850" y="224410"/>
            <a:ext cx="6683700" cy="1236900"/>
          </a:xfrm>
          <a:prstGeom prst="rect">
            <a:avLst/>
          </a:prstGeom>
        </p:spPr>
        <p:txBody>
          <a:bodyPr spcFirstLastPara="1" wrap="square" lIns="0" tIns="91425" rIns="91425" bIns="91425" anchor="t" anchorCtr="0">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a:endParaRPr/>
          </a:p>
        </p:txBody>
      </p:sp>
      <p:sp>
        <p:nvSpPr>
          <p:cNvPr id="298" name="Google Shape;298;p37"/>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99" name="Google Shape;299;p37"/>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0" name="Google Shape;300;p37"/>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37"/>
          <p:cNvSpPr txBox="1">
            <a:spLocks noGrp="1"/>
          </p:cNvSpPr>
          <p:nvPr>
            <p:ph type="title" idx="4"/>
          </p:nvPr>
        </p:nvSpPr>
        <p:spPr>
          <a:xfrm>
            <a:off x="288625" y="4778975"/>
            <a:ext cx="4227300" cy="76200"/>
          </a:xfrm>
          <a:prstGeom prst="rect">
            <a:avLst/>
          </a:prstGeom>
        </p:spPr>
        <p:txBody>
          <a:bodyPr spcFirstLastPara="1" wrap="square" lIns="0" tIns="0" rIns="0" bIns="0" anchor="ctr" anchorCtr="0">
            <a:spAutoFit/>
          </a:bodyPr>
          <a:lstStyle>
            <a:lvl1pPr lvl="0">
              <a:spcBef>
                <a:spcPts val="0"/>
              </a:spcBef>
              <a:spcAft>
                <a:spcPts val="0"/>
              </a:spcAft>
              <a:buClr>
                <a:schemeClr val="lt1"/>
              </a:buClr>
              <a:buSzPts val="600"/>
              <a:buFont typeface="Inter"/>
              <a:buNone/>
              <a:defRPr sz="6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02"/>
        <p:cNvGrpSpPr/>
        <p:nvPr/>
      </p:nvGrpSpPr>
      <p:grpSpPr>
        <a:xfrm>
          <a:off x="0" y="0"/>
          <a:ext cx="0" cy="0"/>
          <a:chOff x="0" y="0"/>
          <a:chExt cx="0" cy="0"/>
        </a:xfrm>
      </p:grpSpPr>
      <p:sp>
        <p:nvSpPr>
          <p:cNvPr id="303" name="Google Shape;303;p38"/>
          <p:cNvSpPr txBox="1">
            <a:spLocks noGrp="1"/>
          </p:cNvSpPr>
          <p:nvPr>
            <p:ph type="ctrTitle"/>
          </p:nvPr>
        </p:nvSpPr>
        <p:spPr>
          <a:xfrm>
            <a:off x="311708" y="744575"/>
            <a:ext cx="8520600" cy="2052600"/>
          </a:xfrm>
          <a:prstGeom prst="rect">
            <a:avLst/>
          </a:prstGeom>
        </p:spPr>
        <p:txBody>
          <a:bodyPr spcFirstLastPara="1" wrap="square" lIns="0" tIns="0" rIns="0" bIns="0"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304" name="Google Shape;304;p38"/>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305"/>
        <p:cNvGrpSpPr/>
        <p:nvPr/>
      </p:nvGrpSpPr>
      <p:grpSpPr>
        <a:xfrm>
          <a:off x="0" y="0"/>
          <a:ext cx="0" cy="0"/>
          <a:chOff x="0" y="0"/>
          <a:chExt cx="0" cy="0"/>
        </a:xfrm>
      </p:grpSpPr>
      <p:sp>
        <p:nvSpPr>
          <p:cNvPr id="306" name="Google Shape;306;p39"/>
          <p:cNvSpPr txBox="1">
            <a:spLocks noGrp="1"/>
          </p:cNvSpPr>
          <p:nvPr>
            <p:ph type="title"/>
          </p:nvPr>
        </p:nvSpPr>
        <p:spPr>
          <a:xfrm>
            <a:off x="311700" y="2150850"/>
            <a:ext cx="8520600" cy="841800"/>
          </a:xfrm>
          <a:prstGeom prst="rect">
            <a:avLst/>
          </a:prstGeom>
        </p:spPr>
        <p:txBody>
          <a:bodyPr spcFirstLastPara="1" wrap="square" lIns="0" tIns="0" rIns="0" bIns="0"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307"/>
        <p:cNvGrpSpPr/>
        <p:nvPr/>
      </p:nvGrpSpPr>
      <p:grpSpPr>
        <a:xfrm>
          <a:off x="0" y="0"/>
          <a:ext cx="0" cy="0"/>
          <a:chOff x="0" y="0"/>
          <a:chExt cx="0" cy="0"/>
        </a:xfrm>
      </p:grpSpPr>
      <p:sp>
        <p:nvSpPr>
          <p:cNvPr id="308" name="Google Shape;308;p40"/>
          <p:cNvSpPr txBox="1">
            <a:spLocks noGrp="1"/>
          </p:cNvSpPr>
          <p:nvPr>
            <p:ph type="title"/>
          </p:nvPr>
        </p:nvSpPr>
        <p:spPr>
          <a:xfrm>
            <a:off x="311700" y="445025"/>
            <a:ext cx="8520600" cy="5727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9" name="Google Shape;309;p4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two columns">
  <p:cSld name="Title and two columns">
    <p:spTree>
      <p:nvGrpSpPr>
        <p:cNvPr id="1" name="Shape 310"/>
        <p:cNvGrpSpPr/>
        <p:nvPr/>
      </p:nvGrpSpPr>
      <p:grpSpPr>
        <a:xfrm>
          <a:off x="0" y="0"/>
          <a:ext cx="0" cy="0"/>
          <a:chOff x="0" y="0"/>
          <a:chExt cx="0" cy="0"/>
        </a:xfrm>
      </p:grpSpPr>
      <p:sp>
        <p:nvSpPr>
          <p:cNvPr id="311" name="Google Shape;311;p41"/>
          <p:cNvSpPr txBox="1">
            <a:spLocks noGrp="1"/>
          </p:cNvSpPr>
          <p:nvPr>
            <p:ph type="title"/>
          </p:nvPr>
        </p:nvSpPr>
        <p:spPr>
          <a:xfrm>
            <a:off x="311700" y="445025"/>
            <a:ext cx="8520600" cy="5727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2" name="Google Shape;312;p41"/>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13" name="Google Shape;313;p41"/>
          <p:cNvSpPr txBox="1">
            <a:spLocks noGrp="1"/>
          </p:cNvSpPr>
          <p:nvPr>
            <p:ph type="body" idx="2"/>
          </p:nvPr>
        </p:nvSpPr>
        <p:spPr>
          <a:xfrm>
            <a:off x="4832400" y="1152475"/>
            <a:ext cx="3999900" cy="3416400"/>
          </a:xfrm>
          <a:prstGeom prst="rect">
            <a:avLst/>
          </a:prstGeom>
        </p:spPr>
        <p:txBody>
          <a:bodyPr spcFirstLastPara="1" wrap="square" lIns="0" tIns="0" rIns="0" bIns="0" anchor="t" anchorCtr="0">
            <a:sp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14"/>
        <p:cNvGrpSpPr/>
        <p:nvPr/>
      </p:nvGrpSpPr>
      <p:grpSpPr>
        <a:xfrm>
          <a:off x="0" y="0"/>
          <a:ext cx="0" cy="0"/>
          <a:chOff x="0" y="0"/>
          <a:chExt cx="0" cy="0"/>
        </a:xfrm>
      </p:grpSpPr>
      <p:sp>
        <p:nvSpPr>
          <p:cNvPr id="315" name="Google Shape;315;p42"/>
          <p:cNvSpPr txBox="1">
            <a:spLocks noGrp="1"/>
          </p:cNvSpPr>
          <p:nvPr>
            <p:ph type="title"/>
          </p:nvPr>
        </p:nvSpPr>
        <p:spPr>
          <a:xfrm>
            <a:off x="311700" y="445025"/>
            <a:ext cx="8520600" cy="5727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16"/>
        <p:cNvGrpSpPr/>
        <p:nvPr/>
      </p:nvGrpSpPr>
      <p:grpSpPr>
        <a:xfrm>
          <a:off x="0" y="0"/>
          <a:ext cx="0" cy="0"/>
          <a:chOff x="0" y="0"/>
          <a:chExt cx="0" cy="0"/>
        </a:xfrm>
      </p:grpSpPr>
      <p:sp>
        <p:nvSpPr>
          <p:cNvPr id="317" name="Google Shape;317;p43"/>
          <p:cNvSpPr txBox="1">
            <a:spLocks noGrp="1"/>
          </p:cNvSpPr>
          <p:nvPr>
            <p:ph type="title"/>
          </p:nvPr>
        </p:nvSpPr>
        <p:spPr>
          <a:xfrm>
            <a:off x="311700" y="555600"/>
            <a:ext cx="2808000" cy="755700"/>
          </a:xfrm>
          <a:prstGeom prst="rect">
            <a:avLst/>
          </a:prstGeom>
        </p:spPr>
        <p:txBody>
          <a:bodyPr spcFirstLastPara="1" wrap="square" lIns="0" tIns="0" rIns="0" bIns="0"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18" name="Google Shape;318;p43"/>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19"/>
        <p:cNvGrpSpPr/>
        <p:nvPr/>
      </p:nvGrpSpPr>
      <p:grpSpPr>
        <a:xfrm>
          <a:off x="0" y="0"/>
          <a:ext cx="0" cy="0"/>
          <a:chOff x="0" y="0"/>
          <a:chExt cx="0" cy="0"/>
        </a:xfrm>
      </p:grpSpPr>
      <p:sp>
        <p:nvSpPr>
          <p:cNvPr id="320" name="Google Shape;320;p44"/>
          <p:cNvSpPr txBox="1">
            <a:spLocks noGrp="1"/>
          </p:cNvSpPr>
          <p:nvPr>
            <p:ph type="title"/>
          </p:nvPr>
        </p:nvSpPr>
        <p:spPr>
          <a:xfrm>
            <a:off x="490250" y="450150"/>
            <a:ext cx="6367800" cy="4090800"/>
          </a:xfrm>
          <a:prstGeom prst="rect">
            <a:avLst/>
          </a:prstGeom>
        </p:spPr>
        <p:txBody>
          <a:bodyPr spcFirstLastPara="1" wrap="square" lIns="0" tIns="0" rIns="0" bIns="0"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21"/>
        <p:cNvGrpSpPr/>
        <p:nvPr/>
      </p:nvGrpSpPr>
      <p:grpSpPr>
        <a:xfrm>
          <a:off x="0" y="0"/>
          <a:ext cx="0" cy="0"/>
          <a:chOff x="0" y="0"/>
          <a:chExt cx="0" cy="0"/>
        </a:xfrm>
      </p:grpSpPr>
      <p:sp>
        <p:nvSpPr>
          <p:cNvPr id="322" name="Google Shape;322;p45"/>
          <p:cNvSpPr txBox="1">
            <a:spLocks noGrp="1"/>
          </p:cNvSpPr>
          <p:nvPr>
            <p:ph type="title"/>
          </p:nvPr>
        </p:nvSpPr>
        <p:spPr>
          <a:xfrm>
            <a:off x="265500" y="1233175"/>
            <a:ext cx="4045200" cy="1482300"/>
          </a:xfrm>
          <a:prstGeom prst="rect">
            <a:avLst/>
          </a:prstGeom>
        </p:spPr>
        <p:txBody>
          <a:bodyPr spcFirstLastPara="1" wrap="square" lIns="0" tIns="0" rIns="0" bIns="0"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23" name="Google Shape;323;p45"/>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324" name="Google Shape;324;p45"/>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325"/>
        <p:cNvGrpSpPr/>
        <p:nvPr/>
      </p:nvGrpSpPr>
      <p:grpSpPr>
        <a:xfrm>
          <a:off x="0" y="0"/>
          <a:ext cx="0" cy="0"/>
          <a:chOff x="0" y="0"/>
          <a:chExt cx="0" cy="0"/>
        </a:xfrm>
      </p:grpSpPr>
      <p:sp>
        <p:nvSpPr>
          <p:cNvPr id="326" name="Google Shape;326;p46"/>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spcBef>
                <a:spcPts val="0"/>
              </a:spcBef>
              <a:spcAft>
                <a:spcPts val="0"/>
              </a:spcAft>
              <a:buSzPts val="1200"/>
              <a:buNone/>
              <a:defRPr/>
            </a:lvl1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327"/>
        <p:cNvGrpSpPr/>
        <p:nvPr/>
      </p:nvGrpSpPr>
      <p:grpSpPr>
        <a:xfrm>
          <a:off x="0" y="0"/>
          <a:ext cx="0" cy="0"/>
          <a:chOff x="0" y="0"/>
          <a:chExt cx="0" cy="0"/>
        </a:xfrm>
      </p:grpSpPr>
      <p:sp>
        <p:nvSpPr>
          <p:cNvPr id="328" name="Google Shape;328;p47"/>
          <p:cNvSpPr txBox="1">
            <a:spLocks noGrp="1"/>
          </p:cNvSpPr>
          <p:nvPr>
            <p:ph type="title" hasCustomPrompt="1"/>
          </p:nvPr>
        </p:nvSpPr>
        <p:spPr>
          <a:xfrm>
            <a:off x="311700" y="1106125"/>
            <a:ext cx="8520600" cy="1963500"/>
          </a:xfrm>
          <a:prstGeom prst="rect">
            <a:avLst/>
          </a:prstGeom>
        </p:spPr>
        <p:txBody>
          <a:bodyPr spcFirstLastPara="1" wrap="square" lIns="0" tIns="0" rIns="0" bIns="0"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29" name="Google Shape;329;p47"/>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04800" algn="ctr">
              <a:spcBef>
                <a:spcPts val="0"/>
              </a:spcBef>
              <a:spcAft>
                <a:spcPts val="0"/>
              </a:spcAft>
              <a:buSzPts val="1200"/>
              <a:buChar char="●"/>
              <a:defRPr/>
            </a:lvl1pPr>
            <a:lvl2pPr marL="914400" lvl="1" indent="-304800" algn="ctr">
              <a:spcBef>
                <a:spcPts val="0"/>
              </a:spcBef>
              <a:spcAft>
                <a:spcPts val="0"/>
              </a:spcAft>
              <a:buSzPts val="1200"/>
              <a:buChar char="○"/>
              <a:defRPr/>
            </a:lvl2pPr>
            <a:lvl3pPr marL="1371600" lvl="2" indent="-304800" algn="ctr">
              <a:spcBef>
                <a:spcPts val="0"/>
              </a:spcBef>
              <a:spcAft>
                <a:spcPts val="0"/>
              </a:spcAft>
              <a:buSzPts val="1200"/>
              <a:buChar char="■"/>
              <a:defRPr/>
            </a:lvl3pPr>
            <a:lvl4pPr marL="1828800" lvl="3" indent="-304800" algn="ctr">
              <a:spcBef>
                <a:spcPts val="0"/>
              </a:spcBef>
              <a:spcAft>
                <a:spcPts val="0"/>
              </a:spcAft>
              <a:buSzPts val="1200"/>
              <a:buChar char="●"/>
              <a:defRPr/>
            </a:lvl4pPr>
            <a:lvl5pPr marL="2286000" lvl="4" indent="-304800" algn="ctr">
              <a:spcBef>
                <a:spcPts val="0"/>
              </a:spcBef>
              <a:spcAft>
                <a:spcPts val="0"/>
              </a:spcAft>
              <a:buSzPts val="1200"/>
              <a:buChar char="○"/>
              <a:defRPr/>
            </a:lvl5pPr>
            <a:lvl6pPr marL="2743200" lvl="5" indent="-304800" algn="ctr">
              <a:spcBef>
                <a:spcPts val="0"/>
              </a:spcBef>
              <a:spcAft>
                <a:spcPts val="0"/>
              </a:spcAft>
              <a:buSzPts val="1200"/>
              <a:buChar char="■"/>
              <a:defRPr/>
            </a:lvl6pPr>
            <a:lvl7pPr marL="3200400" lvl="6" indent="-304800" algn="ctr">
              <a:spcBef>
                <a:spcPts val="0"/>
              </a:spcBef>
              <a:spcAft>
                <a:spcPts val="0"/>
              </a:spcAft>
              <a:buSzPts val="1200"/>
              <a:buChar char="●"/>
              <a:defRPr/>
            </a:lvl7pPr>
            <a:lvl8pPr marL="3657600" lvl="7" indent="-304800" algn="ctr">
              <a:spcBef>
                <a:spcPts val="0"/>
              </a:spcBef>
              <a:spcAft>
                <a:spcPts val="0"/>
              </a:spcAft>
              <a:buSzPts val="1200"/>
              <a:buChar char="○"/>
              <a:defRPr/>
            </a:lvl8pPr>
            <a:lvl9pPr marL="4114800" lvl="8" indent="-304800" algn="ctr">
              <a:spcBef>
                <a:spcPts val="0"/>
              </a:spcBef>
              <a:spcAft>
                <a:spcPts val="0"/>
              </a:spcAft>
              <a:buSzPts val="1200"/>
              <a:buChar char="■"/>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330"/>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331"/>
        <p:cNvGrpSpPr/>
        <p:nvPr/>
      </p:nvGrpSpPr>
      <p:grpSpPr>
        <a:xfrm>
          <a:off x="0" y="0"/>
          <a:ext cx="0" cy="0"/>
          <a:chOff x="0" y="0"/>
          <a:chExt cx="0" cy="0"/>
        </a:xfrm>
      </p:grpSpPr>
      <p:sp>
        <p:nvSpPr>
          <p:cNvPr id="332" name="Google Shape;332;p49"/>
          <p:cNvSpPr txBox="1">
            <a:spLocks noGrp="1"/>
          </p:cNvSpPr>
          <p:nvPr>
            <p:ph type="title"/>
          </p:nvPr>
        </p:nvSpPr>
        <p:spPr>
          <a:xfrm>
            <a:off x="677325" y="1832775"/>
            <a:ext cx="3217200" cy="1484100"/>
          </a:xfrm>
          <a:prstGeom prst="rect">
            <a:avLst/>
          </a:prstGeom>
        </p:spPr>
        <p:txBody>
          <a:bodyPr spcFirstLastPara="1" wrap="square" lIns="0" tIns="0" rIns="0" bIns="0" anchor="ctr" anchorCtr="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3" name="Google Shape;333;p49"/>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34" name="Google Shape;334;p49"/>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35" name="Google Shape;335;p49"/>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36" name="Google Shape;336;p49"/>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37" name="Google Shape;337;p49"/>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38" name="Google Shape;338;p49"/>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body and image">
  <p:cSld name="Title, body and image">
    <p:spTree>
      <p:nvGrpSpPr>
        <p:cNvPr id="1" name="Shape 339"/>
        <p:cNvGrpSpPr/>
        <p:nvPr/>
      </p:nvGrpSpPr>
      <p:grpSpPr>
        <a:xfrm>
          <a:off x="0" y="0"/>
          <a:ext cx="0" cy="0"/>
          <a:chOff x="0" y="0"/>
          <a:chExt cx="0" cy="0"/>
        </a:xfrm>
      </p:grpSpPr>
      <p:sp>
        <p:nvSpPr>
          <p:cNvPr id="340" name="Google Shape;340;p50"/>
          <p:cNvSpPr txBox="1">
            <a:spLocks noGrp="1"/>
          </p:cNvSpPr>
          <p:nvPr>
            <p:ph type="title"/>
          </p:nvPr>
        </p:nvSpPr>
        <p:spPr>
          <a:xfrm>
            <a:off x="311700" y="445025"/>
            <a:ext cx="8520600" cy="5727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50"/>
          <p:cNvSpPr txBox="1">
            <a:spLocks noGrp="1"/>
          </p:cNvSpPr>
          <p:nvPr>
            <p:ph type="body" idx="1"/>
          </p:nvPr>
        </p:nvSpPr>
        <p:spPr>
          <a:xfrm>
            <a:off x="311700" y="1152475"/>
            <a:ext cx="4473900" cy="3416400"/>
          </a:xfrm>
          <a:prstGeom prst="rect">
            <a:avLst/>
          </a:prstGeom>
        </p:spPr>
        <p:txBody>
          <a:bodyPr spcFirstLastPara="1" wrap="square" lIns="0" tIns="0" rIns="0" bIns="0" anchor="t" anchorCtr="0">
            <a:sp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42" name="Google Shape;342;p50"/>
          <p:cNvSpPr>
            <a:spLocks noGrp="1"/>
          </p:cNvSpPr>
          <p:nvPr>
            <p:ph type="pic" idx="2"/>
          </p:nvPr>
        </p:nvSpPr>
        <p:spPr>
          <a:xfrm>
            <a:off x="4992024" y="1152775"/>
            <a:ext cx="3840300" cy="34164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wo big ideas">
  <p:cSld name="Two big ideas">
    <p:spTree>
      <p:nvGrpSpPr>
        <p:cNvPr id="1" name="Shape 343"/>
        <p:cNvGrpSpPr/>
        <p:nvPr/>
      </p:nvGrpSpPr>
      <p:grpSpPr>
        <a:xfrm>
          <a:off x="0" y="0"/>
          <a:ext cx="0" cy="0"/>
          <a:chOff x="0" y="0"/>
          <a:chExt cx="0" cy="0"/>
        </a:xfrm>
      </p:grpSpPr>
      <p:sp>
        <p:nvSpPr>
          <p:cNvPr id="344" name="Google Shape;344;p51"/>
          <p:cNvSpPr txBox="1">
            <a:spLocks noGrp="1"/>
          </p:cNvSpPr>
          <p:nvPr>
            <p:ph type="title"/>
          </p:nvPr>
        </p:nvSpPr>
        <p:spPr>
          <a:xfrm>
            <a:off x="483175" y="450025"/>
            <a:ext cx="8184600" cy="758100"/>
          </a:xfrm>
          <a:prstGeom prst="rect">
            <a:avLst/>
          </a:prstGeom>
        </p:spPr>
        <p:txBody>
          <a:bodyPr spcFirstLastPara="1" wrap="square" lIns="0" tIns="0" rIns="0" bIns="0"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45" name="Google Shape;345;p51"/>
          <p:cNvSpPr txBox="1">
            <a:spLocks noGrp="1"/>
          </p:cNvSpPr>
          <p:nvPr>
            <p:ph type="body" idx="1"/>
          </p:nvPr>
        </p:nvSpPr>
        <p:spPr>
          <a:xfrm>
            <a:off x="483150" y="2237788"/>
            <a:ext cx="3619800" cy="2373600"/>
          </a:xfrm>
          <a:prstGeom prst="rect">
            <a:avLst/>
          </a:prstGeom>
        </p:spPr>
        <p:txBody>
          <a:bodyPr spcFirstLastPara="1" wrap="square" lIns="0" tIns="0" rIns="0" bIns="0" anchor="t" anchorCtr="0">
            <a:sp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46" name="Google Shape;346;p51"/>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47" name="Google Shape;347;p51"/>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48" name="Google Shape;348;p51"/>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hree big ideas">
  <p:cSld name="Three big ideas">
    <p:spTree>
      <p:nvGrpSpPr>
        <p:cNvPr id="1" name="Shape 349"/>
        <p:cNvGrpSpPr/>
        <p:nvPr/>
      </p:nvGrpSpPr>
      <p:grpSpPr>
        <a:xfrm>
          <a:off x="0" y="0"/>
          <a:ext cx="0" cy="0"/>
          <a:chOff x="0" y="0"/>
          <a:chExt cx="0" cy="0"/>
        </a:xfrm>
      </p:grpSpPr>
      <p:sp>
        <p:nvSpPr>
          <p:cNvPr id="350" name="Google Shape;350;p52"/>
          <p:cNvSpPr txBox="1">
            <a:spLocks noGrp="1"/>
          </p:cNvSpPr>
          <p:nvPr>
            <p:ph type="body" idx="1"/>
          </p:nvPr>
        </p:nvSpPr>
        <p:spPr>
          <a:xfrm>
            <a:off x="483175" y="2417500"/>
            <a:ext cx="2455500" cy="2373600"/>
          </a:xfrm>
          <a:prstGeom prst="rect">
            <a:avLst/>
          </a:prstGeom>
        </p:spPr>
        <p:txBody>
          <a:bodyPr spcFirstLastPara="1" wrap="square" lIns="0" tIns="0" rIns="0" bIns="0" anchor="t" anchorCtr="0">
            <a:sp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51" name="Google Shape;351;p52"/>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52" name="Google Shape;352;p52"/>
          <p:cNvSpPr txBox="1">
            <a:spLocks noGrp="1"/>
          </p:cNvSpPr>
          <p:nvPr>
            <p:ph type="title"/>
          </p:nvPr>
        </p:nvSpPr>
        <p:spPr>
          <a:xfrm>
            <a:off x="483175" y="450025"/>
            <a:ext cx="8184600" cy="758100"/>
          </a:xfrm>
          <a:prstGeom prst="rect">
            <a:avLst/>
          </a:prstGeom>
        </p:spPr>
        <p:txBody>
          <a:bodyPr spcFirstLastPara="1" wrap="square" lIns="0" tIns="0" rIns="0" bIns="0" anchor="ctr" anchorCtr="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a:endParaRPr/>
          </a:p>
        </p:txBody>
      </p:sp>
      <p:sp>
        <p:nvSpPr>
          <p:cNvPr id="353" name="Google Shape;353;p52"/>
          <p:cNvSpPr txBox="1">
            <a:spLocks noGrp="1"/>
          </p:cNvSpPr>
          <p:nvPr>
            <p:ph type="subTitle" idx="3"/>
          </p:nvPr>
        </p:nvSpPr>
        <p:spPr>
          <a:xfrm>
            <a:off x="4831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54" name="Google Shape;354;p52"/>
          <p:cNvSpPr txBox="1">
            <a:spLocks noGrp="1"/>
          </p:cNvSpPr>
          <p:nvPr>
            <p:ph type="subTitle" idx="4"/>
          </p:nvPr>
        </p:nvSpPr>
        <p:spPr>
          <a:xfrm>
            <a:off x="334772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55" name="Google Shape;355;p52"/>
          <p:cNvSpPr txBox="1">
            <a:spLocks noGrp="1"/>
          </p:cNvSpPr>
          <p:nvPr>
            <p:ph type="subTitle" idx="5"/>
          </p:nvPr>
        </p:nvSpPr>
        <p:spPr>
          <a:xfrm>
            <a:off x="62122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56" name="Google Shape;356;p52"/>
          <p:cNvSpPr txBox="1">
            <a:spLocks noGrp="1"/>
          </p:cNvSpPr>
          <p:nvPr>
            <p:ph type="body" idx="6"/>
          </p:nvPr>
        </p:nvSpPr>
        <p:spPr>
          <a:xfrm>
            <a:off x="621227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Four big ideas">
  <p:cSld name="Four big ideas">
    <p:spTree>
      <p:nvGrpSpPr>
        <p:cNvPr id="1" name="Shape 357"/>
        <p:cNvGrpSpPr/>
        <p:nvPr/>
      </p:nvGrpSpPr>
      <p:grpSpPr>
        <a:xfrm>
          <a:off x="0" y="0"/>
          <a:ext cx="0" cy="0"/>
          <a:chOff x="0" y="0"/>
          <a:chExt cx="0" cy="0"/>
        </a:xfrm>
      </p:grpSpPr>
      <p:sp>
        <p:nvSpPr>
          <p:cNvPr id="358" name="Google Shape;358;p53"/>
          <p:cNvSpPr txBox="1">
            <a:spLocks noGrp="1"/>
          </p:cNvSpPr>
          <p:nvPr>
            <p:ph type="body" idx="1"/>
          </p:nvPr>
        </p:nvSpPr>
        <p:spPr>
          <a:xfrm>
            <a:off x="366725" y="1759093"/>
            <a:ext cx="3838500" cy="1138500"/>
          </a:xfrm>
          <a:prstGeom prst="rect">
            <a:avLst/>
          </a:prstGeom>
        </p:spPr>
        <p:txBody>
          <a:bodyPr spcFirstLastPara="1" wrap="square" lIns="0" tIns="0" rIns="0" bIns="0" anchor="t" anchorCtr="0">
            <a:sp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59" name="Google Shape;359;p53"/>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60" name="Google Shape;360;p53"/>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61" name="Google Shape;361;p53"/>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62" name="Google Shape;362;p53"/>
          <p:cNvSpPr txBox="1">
            <a:spLocks noGrp="1"/>
          </p:cNvSpPr>
          <p:nvPr>
            <p:ph type="title"/>
          </p:nvPr>
        </p:nvSpPr>
        <p:spPr>
          <a:xfrm>
            <a:off x="366750" y="450025"/>
            <a:ext cx="8184600" cy="758100"/>
          </a:xfrm>
          <a:prstGeom prst="rect">
            <a:avLst/>
          </a:prstGeom>
        </p:spPr>
        <p:txBody>
          <a:bodyPr spcFirstLastPara="1" wrap="square" lIns="0" tIns="0" rIns="0" bIns="0"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63" name="Google Shape;363;p53"/>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64" name="Google Shape;364;p53"/>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65" name="Google Shape;365;p53"/>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66" name="Google Shape;366;p53"/>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and image">
  <p:cSld name="Title and image">
    <p:spTree>
      <p:nvGrpSpPr>
        <p:cNvPr id="1" name="Shape 367"/>
        <p:cNvGrpSpPr/>
        <p:nvPr/>
      </p:nvGrpSpPr>
      <p:grpSpPr>
        <a:xfrm>
          <a:off x="0" y="0"/>
          <a:ext cx="0" cy="0"/>
          <a:chOff x="0" y="0"/>
          <a:chExt cx="0" cy="0"/>
        </a:xfrm>
      </p:grpSpPr>
      <p:sp>
        <p:nvSpPr>
          <p:cNvPr id="368" name="Google Shape;368;p54"/>
          <p:cNvSpPr txBox="1">
            <a:spLocks noGrp="1"/>
          </p:cNvSpPr>
          <p:nvPr>
            <p:ph type="title"/>
          </p:nvPr>
        </p:nvSpPr>
        <p:spPr>
          <a:xfrm>
            <a:off x="311700" y="445025"/>
            <a:ext cx="8520600" cy="5727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9" name="Google Shape;369;p54"/>
          <p:cNvSpPr>
            <a:spLocks noGrp="1"/>
          </p:cNvSpPr>
          <p:nvPr>
            <p:ph type="pic" idx="2"/>
          </p:nvPr>
        </p:nvSpPr>
        <p:spPr>
          <a:xfrm>
            <a:off x="311700" y="1170425"/>
            <a:ext cx="8520600" cy="34929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wo storyboards">
  <p:cSld name="Two storyboards">
    <p:spTree>
      <p:nvGrpSpPr>
        <p:cNvPr id="1" name="Shape 370"/>
        <p:cNvGrpSpPr/>
        <p:nvPr/>
      </p:nvGrpSpPr>
      <p:grpSpPr>
        <a:xfrm>
          <a:off x="0" y="0"/>
          <a:ext cx="0" cy="0"/>
          <a:chOff x="0" y="0"/>
          <a:chExt cx="0" cy="0"/>
        </a:xfrm>
      </p:grpSpPr>
      <p:sp>
        <p:nvSpPr>
          <p:cNvPr id="371" name="Google Shape;371;p55"/>
          <p:cNvSpPr txBox="1">
            <a:spLocks noGrp="1"/>
          </p:cNvSpPr>
          <p:nvPr>
            <p:ph type="body" idx="1"/>
          </p:nvPr>
        </p:nvSpPr>
        <p:spPr>
          <a:xfrm>
            <a:off x="311700" y="4080225"/>
            <a:ext cx="4027500" cy="926100"/>
          </a:xfrm>
          <a:prstGeom prst="rect">
            <a:avLst/>
          </a:prstGeom>
        </p:spPr>
        <p:txBody>
          <a:bodyPr spcFirstLastPara="1" wrap="square" lIns="0" tIns="0" rIns="0" bIns="0" anchor="t" anchorCtr="0">
            <a:sp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72" name="Google Shape;372;p55"/>
          <p:cNvSpPr>
            <a:spLocks noGrp="1"/>
          </p:cNvSpPr>
          <p:nvPr>
            <p:ph type="pic" idx="2"/>
          </p:nvPr>
        </p:nvSpPr>
        <p:spPr>
          <a:xfrm>
            <a:off x="4804825" y="1133300"/>
            <a:ext cx="4027500" cy="2392800"/>
          </a:xfrm>
          <a:prstGeom prst="rect">
            <a:avLst/>
          </a:prstGeom>
          <a:noFill/>
          <a:ln>
            <a:noFill/>
          </a:ln>
        </p:spPr>
      </p:sp>
      <p:sp>
        <p:nvSpPr>
          <p:cNvPr id="373" name="Google Shape;373;p55"/>
          <p:cNvSpPr>
            <a:spLocks noGrp="1"/>
          </p:cNvSpPr>
          <p:nvPr>
            <p:ph type="pic" idx="3"/>
          </p:nvPr>
        </p:nvSpPr>
        <p:spPr>
          <a:xfrm>
            <a:off x="311725" y="1133300"/>
            <a:ext cx="4027500" cy="2392800"/>
          </a:xfrm>
          <a:prstGeom prst="rect">
            <a:avLst/>
          </a:prstGeom>
          <a:noFill/>
          <a:ln>
            <a:noFill/>
          </a:ln>
        </p:spPr>
      </p:sp>
      <p:sp>
        <p:nvSpPr>
          <p:cNvPr id="374" name="Google Shape;374;p55"/>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75" name="Google Shape;375;p55"/>
          <p:cNvSpPr txBox="1">
            <a:spLocks noGrp="1"/>
          </p:cNvSpPr>
          <p:nvPr>
            <p:ph type="title"/>
          </p:nvPr>
        </p:nvSpPr>
        <p:spPr>
          <a:xfrm>
            <a:off x="311700" y="445025"/>
            <a:ext cx="8520600" cy="5727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6" name="Google Shape;376;p55"/>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77" name="Google Shape;377;p55"/>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hree storyboards">
  <p:cSld name="Three storyboards">
    <p:spTree>
      <p:nvGrpSpPr>
        <p:cNvPr id="1" name="Shape 378"/>
        <p:cNvGrpSpPr/>
        <p:nvPr/>
      </p:nvGrpSpPr>
      <p:grpSpPr>
        <a:xfrm>
          <a:off x="0" y="0"/>
          <a:ext cx="0" cy="0"/>
          <a:chOff x="0" y="0"/>
          <a:chExt cx="0" cy="0"/>
        </a:xfrm>
      </p:grpSpPr>
      <p:sp>
        <p:nvSpPr>
          <p:cNvPr id="379" name="Google Shape;379;p56"/>
          <p:cNvSpPr txBox="1">
            <a:spLocks noGrp="1"/>
          </p:cNvSpPr>
          <p:nvPr>
            <p:ph type="body" idx="1"/>
          </p:nvPr>
        </p:nvSpPr>
        <p:spPr>
          <a:xfrm>
            <a:off x="311700" y="3911700"/>
            <a:ext cx="2627100" cy="1018500"/>
          </a:xfrm>
          <a:prstGeom prst="rect">
            <a:avLst/>
          </a:prstGeom>
        </p:spPr>
        <p:txBody>
          <a:bodyPr spcFirstLastPara="1" wrap="square" lIns="0" tIns="0" rIns="0" bIns="0" anchor="t" anchorCtr="0">
            <a:sp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80" name="Google Shape;380;p56"/>
          <p:cNvSpPr>
            <a:spLocks noGrp="1"/>
          </p:cNvSpPr>
          <p:nvPr>
            <p:ph type="pic" idx="2"/>
          </p:nvPr>
        </p:nvSpPr>
        <p:spPr>
          <a:xfrm>
            <a:off x="6205225" y="1128325"/>
            <a:ext cx="2627100" cy="2273100"/>
          </a:xfrm>
          <a:prstGeom prst="rect">
            <a:avLst/>
          </a:prstGeom>
          <a:noFill/>
          <a:ln>
            <a:noFill/>
          </a:ln>
        </p:spPr>
      </p:sp>
      <p:sp>
        <p:nvSpPr>
          <p:cNvPr id="381" name="Google Shape;381;p56"/>
          <p:cNvSpPr>
            <a:spLocks noGrp="1"/>
          </p:cNvSpPr>
          <p:nvPr>
            <p:ph type="pic" idx="3"/>
          </p:nvPr>
        </p:nvSpPr>
        <p:spPr>
          <a:xfrm>
            <a:off x="311725" y="1128325"/>
            <a:ext cx="2627100" cy="2273100"/>
          </a:xfrm>
          <a:prstGeom prst="rect">
            <a:avLst/>
          </a:prstGeom>
          <a:noFill/>
          <a:ln>
            <a:noFill/>
          </a:ln>
        </p:spPr>
      </p:sp>
      <p:sp>
        <p:nvSpPr>
          <p:cNvPr id="382" name="Google Shape;382;p56"/>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83" name="Google Shape;383;p56"/>
          <p:cNvSpPr>
            <a:spLocks noGrp="1"/>
          </p:cNvSpPr>
          <p:nvPr>
            <p:ph type="pic" idx="5"/>
          </p:nvPr>
        </p:nvSpPr>
        <p:spPr>
          <a:xfrm>
            <a:off x="3255250" y="1128325"/>
            <a:ext cx="2627100" cy="2273100"/>
          </a:xfrm>
          <a:prstGeom prst="rect">
            <a:avLst/>
          </a:prstGeom>
          <a:noFill/>
          <a:ln>
            <a:noFill/>
          </a:ln>
        </p:spPr>
      </p:sp>
      <p:sp>
        <p:nvSpPr>
          <p:cNvPr id="384" name="Google Shape;384;p56"/>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85" name="Google Shape;385;p56"/>
          <p:cNvSpPr txBox="1">
            <a:spLocks noGrp="1"/>
          </p:cNvSpPr>
          <p:nvPr>
            <p:ph type="title"/>
          </p:nvPr>
        </p:nvSpPr>
        <p:spPr>
          <a:xfrm>
            <a:off x="311700" y="445025"/>
            <a:ext cx="8520600" cy="5727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6" name="Google Shape;386;p56"/>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87" name="Google Shape;387;p56"/>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88" name="Google Shape;388;p56"/>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Image only">
  <p:cSld name="Image only">
    <p:spTree>
      <p:nvGrpSpPr>
        <p:cNvPr id="1" name="Shape 389"/>
        <p:cNvGrpSpPr/>
        <p:nvPr/>
      </p:nvGrpSpPr>
      <p:grpSpPr>
        <a:xfrm>
          <a:off x="0" y="0"/>
          <a:ext cx="0" cy="0"/>
          <a:chOff x="0" y="0"/>
          <a:chExt cx="0" cy="0"/>
        </a:xfrm>
      </p:grpSpPr>
      <p:sp>
        <p:nvSpPr>
          <p:cNvPr id="390" name="Google Shape;390;p57"/>
          <p:cNvSpPr>
            <a:spLocks noGrp="1"/>
          </p:cNvSpPr>
          <p:nvPr>
            <p:ph type="pic" idx="2"/>
          </p:nvPr>
        </p:nvSpPr>
        <p:spPr>
          <a:xfrm>
            <a:off x="311700" y="445025"/>
            <a:ext cx="8520600" cy="4218300"/>
          </a:xfrm>
          <a:prstGeom prst="rect">
            <a:avLst/>
          </a:prstGeom>
          <a:noFill/>
          <a:ln>
            <a:noFill/>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Image grid">
  <p:cSld name="Image grid">
    <p:spTree>
      <p:nvGrpSpPr>
        <p:cNvPr id="1" name="Shape 391"/>
        <p:cNvGrpSpPr/>
        <p:nvPr/>
      </p:nvGrpSpPr>
      <p:grpSpPr>
        <a:xfrm>
          <a:off x="0" y="0"/>
          <a:ext cx="0" cy="0"/>
          <a:chOff x="0" y="0"/>
          <a:chExt cx="0" cy="0"/>
        </a:xfrm>
      </p:grpSpPr>
      <p:sp>
        <p:nvSpPr>
          <p:cNvPr id="392" name="Google Shape;392;p58"/>
          <p:cNvSpPr>
            <a:spLocks noGrp="1"/>
          </p:cNvSpPr>
          <p:nvPr>
            <p:ph type="pic" idx="2"/>
          </p:nvPr>
        </p:nvSpPr>
        <p:spPr>
          <a:xfrm>
            <a:off x="3389600" y="118913"/>
            <a:ext cx="1643700" cy="1535100"/>
          </a:xfrm>
          <a:prstGeom prst="rect">
            <a:avLst/>
          </a:prstGeom>
          <a:noFill/>
          <a:ln>
            <a:noFill/>
          </a:ln>
        </p:spPr>
      </p:sp>
      <p:sp>
        <p:nvSpPr>
          <p:cNvPr id="393" name="Google Shape;393;p58"/>
          <p:cNvSpPr>
            <a:spLocks noGrp="1"/>
          </p:cNvSpPr>
          <p:nvPr>
            <p:ph type="pic" idx="3"/>
          </p:nvPr>
        </p:nvSpPr>
        <p:spPr>
          <a:xfrm>
            <a:off x="5195935" y="118913"/>
            <a:ext cx="1643700" cy="1535100"/>
          </a:xfrm>
          <a:prstGeom prst="rect">
            <a:avLst/>
          </a:prstGeom>
          <a:noFill/>
          <a:ln>
            <a:noFill/>
          </a:ln>
        </p:spPr>
      </p:sp>
      <p:sp>
        <p:nvSpPr>
          <p:cNvPr id="394" name="Google Shape;394;p58"/>
          <p:cNvSpPr>
            <a:spLocks noGrp="1"/>
          </p:cNvSpPr>
          <p:nvPr>
            <p:ph type="pic" idx="4"/>
          </p:nvPr>
        </p:nvSpPr>
        <p:spPr>
          <a:xfrm>
            <a:off x="7002270" y="118913"/>
            <a:ext cx="1643700" cy="1535100"/>
          </a:xfrm>
          <a:prstGeom prst="rect">
            <a:avLst/>
          </a:prstGeom>
          <a:noFill/>
          <a:ln>
            <a:noFill/>
          </a:ln>
        </p:spPr>
      </p:sp>
      <p:sp>
        <p:nvSpPr>
          <p:cNvPr id="395" name="Google Shape;395;p58"/>
          <p:cNvSpPr>
            <a:spLocks noGrp="1"/>
          </p:cNvSpPr>
          <p:nvPr>
            <p:ph type="pic" idx="5"/>
          </p:nvPr>
        </p:nvSpPr>
        <p:spPr>
          <a:xfrm>
            <a:off x="3389588" y="1804212"/>
            <a:ext cx="1643700" cy="1535100"/>
          </a:xfrm>
          <a:prstGeom prst="rect">
            <a:avLst/>
          </a:prstGeom>
          <a:noFill/>
          <a:ln>
            <a:noFill/>
          </a:ln>
        </p:spPr>
      </p:sp>
      <p:sp>
        <p:nvSpPr>
          <p:cNvPr id="396" name="Google Shape;396;p58"/>
          <p:cNvSpPr>
            <a:spLocks noGrp="1"/>
          </p:cNvSpPr>
          <p:nvPr>
            <p:ph type="pic" idx="6"/>
          </p:nvPr>
        </p:nvSpPr>
        <p:spPr>
          <a:xfrm>
            <a:off x="5195922" y="1804212"/>
            <a:ext cx="1643700" cy="1535100"/>
          </a:xfrm>
          <a:prstGeom prst="rect">
            <a:avLst/>
          </a:prstGeom>
          <a:noFill/>
          <a:ln>
            <a:noFill/>
          </a:ln>
        </p:spPr>
      </p:sp>
      <p:sp>
        <p:nvSpPr>
          <p:cNvPr id="397" name="Google Shape;397;p58"/>
          <p:cNvSpPr>
            <a:spLocks noGrp="1"/>
          </p:cNvSpPr>
          <p:nvPr>
            <p:ph type="pic" idx="7"/>
          </p:nvPr>
        </p:nvSpPr>
        <p:spPr>
          <a:xfrm>
            <a:off x="7002257" y="1804212"/>
            <a:ext cx="1643700" cy="1535100"/>
          </a:xfrm>
          <a:prstGeom prst="rect">
            <a:avLst/>
          </a:prstGeom>
          <a:noFill/>
          <a:ln>
            <a:noFill/>
          </a:ln>
        </p:spPr>
      </p:sp>
      <p:sp>
        <p:nvSpPr>
          <p:cNvPr id="398" name="Google Shape;398;p58"/>
          <p:cNvSpPr txBox="1">
            <a:spLocks noGrp="1"/>
          </p:cNvSpPr>
          <p:nvPr>
            <p:ph type="title"/>
          </p:nvPr>
        </p:nvSpPr>
        <p:spPr>
          <a:xfrm>
            <a:off x="351550" y="445025"/>
            <a:ext cx="2596800" cy="1706400"/>
          </a:xfrm>
          <a:prstGeom prst="rect">
            <a:avLst/>
          </a:prstGeom>
        </p:spPr>
        <p:txBody>
          <a:bodyPr spcFirstLastPara="1" wrap="square" lIns="0" tIns="0" rIns="0" bIns="0" anchor="ctr" anchorCtr="0">
            <a:sp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9" name="Google Shape;399;p58"/>
          <p:cNvSpPr>
            <a:spLocks noGrp="1"/>
          </p:cNvSpPr>
          <p:nvPr>
            <p:ph type="pic" idx="8"/>
          </p:nvPr>
        </p:nvSpPr>
        <p:spPr>
          <a:xfrm>
            <a:off x="3389588" y="3489487"/>
            <a:ext cx="1643700" cy="1535100"/>
          </a:xfrm>
          <a:prstGeom prst="rect">
            <a:avLst/>
          </a:prstGeom>
          <a:noFill/>
          <a:ln>
            <a:noFill/>
          </a:ln>
        </p:spPr>
      </p:sp>
      <p:sp>
        <p:nvSpPr>
          <p:cNvPr id="400" name="Google Shape;400;p58"/>
          <p:cNvSpPr>
            <a:spLocks noGrp="1"/>
          </p:cNvSpPr>
          <p:nvPr>
            <p:ph type="pic" idx="9"/>
          </p:nvPr>
        </p:nvSpPr>
        <p:spPr>
          <a:xfrm>
            <a:off x="5195922" y="3489487"/>
            <a:ext cx="1643700" cy="1535100"/>
          </a:xfrm>
          <a:prstGeom prst="rect">
            <a:avLst/>
          </a:prstGeom>
          <a:noFill/>
          <a:ln>
            <a:noFill/>
          </a:ln>
        </p:spPr>
      </p:sp>
      <p:sp>
        <p:nvSpPr>
          <p:cNvPr id="401" name="Google Shape;401;p58"/>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and body 1" type="tx">
  <p:cSld name="TITLE_AND_BODY">
    <p:spTree>
      <p:nvGrpSpPr>
        <p:cNvPr id="1" name="Shape 402"/>
        <p:cNvGrpSpPr/>
        <p:nvPr/>
      </p:nvGrpSpPr>
      <p:grpSpPr>
        <a:xfrm>
          <a:off x="0" y="0"/>
          <a:ext cx="0" cy="0"/>
          <a:chOff x="0" y="0"/>
          <a:chExt cx="0" cy="0"/>
        </a:xfrm>
      </p:grpSpPr>
      <p:grpSp>
        <p:nvGrpSpPr>
          <p:cNvPr id="403" name="Google Shape;403;p59"/>
          <p:cNvGrpSpPr/>
          <p:nvPr/>
        </p:nvGrpSpPr>
        <p:grpSpPr>
          <a:xfrm>
            <a:off x="625966" y="299376"/>
            <a:ext cx="999312" cy="999312"/>
            <a:chOff x="348199" y="179450"/>
            <a:chExt cx="1116300" cy="1116300"/>
          </a:xfrm>
        </p:grpSpPr>
        <p:sp>
          <p:nvSpPr>
            <p:cNvPr id="404" name="Google Shape;404;p59"/>
            <p:cNvSpPr/>
            <p:nvPr/>
          </p:nvSpPr>
          <p:spPr>
            <a:xfrm rot="-5400000">
              <a:off x="574557" y="405788"/>
              <a:ext cx="663600" cy="663600"/>
            </a:xfrm>
            <a:prstGeom prst="pie">
              <a:avLst>
                <a:gd name="adj1" fmla="val 10792838"/>
                <a:gd name="adj2" fmla="val 16200000"/>
              </a:avLst>
            </a:prstGeom>
            <a:solidFill>
              <a:schemeClr val="dk2">
                <a:alpha val="125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59"/>
            <p:cNvSpPr/>
            <p:nvPr/>
          </p:nvSpPr>
          <p:spPr>
            <a:xfrm rot="-5400000">
              <a:off x="348199" y="179450"/>
              <a:ext cx="1116300" cy="1116300"/>
            </a:xfrm>
            <a:prstGeom prst="pie">
              <a:avLst>
                <a:gd name="adj1" fmla="val 10792838"/>
                <a:gd name="adj2" fmla="val 16200000"/>
              </a:avLst>
            </a:prstGeom>
            <a:solidFill>
              <a:schemeClr val="dk2">
                <a:alpha val="1255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6" name="Google Shape;406;p59"/>
          <p:cNvSpPr txBox="1">
            <a:spLocks noGrp="1"/>
          </p:cNvSpPr>
          <p:nvPr>
            <p:ph type="title"/>
          </p:nvPr>
        </p:nvSpPr>
        <p:spPr>
          <a:xfrm>
            <a:off x="1303800" y="598575"/>
            <a:ext cx="7030500" cy="9993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7" name="Google Shape;407;p59"/>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08" name="Google Shape;408;p59"/>
          <p:cNvSpPr txBox="1">
            <a:spLocks noGrp="1"/>
          </p:cNvSpPr>
          <p:nvPr>
            <p:ph type="sldNum" idx="12"/>
          </p:nvPr>
        </p:nvSpPr>
        <p:spPr>
          <a:xfrm>
            <a:off x="8451046" y="4736976"/>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theme" Target="../theme/theme2.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8" Type="http://schemas.openxmlformats.org/officeDocument/2006/relationships/slideLayout" Target="../slideLayouts/slideLayout19.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20" Type="http://schemas.openxmlformats.org/officeDocument/2006/relationships/slideLayout" Target="../slideLayouts/slideLayout31.xml"/><Relationship Id="rId41"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body" idx="1"/>
          </p:nvPr>
        </p:nvSpPr>
        <p:spPr>
          <a:xfrm>
            <a:off x="284850" y="1555575"/>
            <a:ext cx="5710500" cy="2861400"/>
          </a:xfrm>
          <a:prstGeom prst="rect">
            <a:avLst/>
          </a:prstGeom>
          <a:noFill/>
          <a:ln>
            <a:noFill/>
          </a:ln>
        </p:spPr>
        <p:txBody>
          <a:bodyPr spcFirstLastPara="1" wrap="square" lIns="0" tIns="0" rIns="0" bIns="0" anchor="t" anchorCtr="0">
            <a:spAutoFit/>
          </a:bodyPr>
          <a:lstStyle>
            <a:lvl1pPr marL="457200" lvl="0"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marL="914400" lvl="1"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marL="1371600" lvl="2"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marL="1828800" lvl="3"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marL="2286000" lvl="4"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marL="2743200" lvl="5"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marL="3200400" lvl="6"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marL="3657600" lvl="7"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marL="4114800" lvl="8"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a:endParaRPr/>
          </a:p>
        </p:txBody>
      </p:sp>
      <p:sp>
        <p:nvSpPr>
          <p:cNvPr id="52" name="Google Shape;52;p13"/>
          <p:cNvSpPr txBox="1">
            <a:spLocks noGrp="1"/>
          </p:cNvSpPr>
          <p:nvPr>
            <p:ph type="title"/>
          </p:nvPr>
        </p:nvSpPr>
        <p:spPr>
          <a:xfrm>
            <a:off x="284850" y="285900"/>
            <a:ext cx="6423900" cy="587700"/>
          </a:xfrm>
          <a:prstGeom prst="rect">
            <a:avLst/>
          </a:prstGeom>
          <a:noFill/>
          <a:ln>
            <a:noFill/>
          </a:ln>
        </p:spPr>
        <p:txBody>
          <a:bodyPr spcFirstLastPara="1" wrap="square" lIns="0" tIns="0" rIns="0" bIns="0" anchor="t" anchorCtr="0">
            <a:spAutoFit/>
          </a:bodyPr>
          <a:lstStyle>
            <a:lvl1pPr lvl="0">
              <a:lnSpc>
                <a:spcPct val="90000"/>
              </a:lnSpc>
              <a:spcBef>
                <a:spcPts val="0"/>
              </a:spcBef>
              <a:spcAft>
                <a:spcPts val="0"/>
              </a:spcAft>
              <a:buNone/>
              <a:defRPr sz="3600">
                <a:solidFill>
                  <a:schemeClr val="lt1"/>
                </a:solidFill>
                <a:latin typeface="Inter"/>
                <a:ea typeface="Inter"/>
                <a:cs typeface="Inter"/>
                <a:sym typeface="Inter"/>
              </a:defRPr>
            </a:lvl1pPr>
            <a:lvl2pPr lvl="1">
              <a:lnSpc>
                <a:spcPct val="115000"/>
              </a:lnSpc>
              <a:spcBef>
                <a:spcPts val="0"/>
              </a:spcBef>
              <a:spcAft>
                <a:spcPts val="0"/>
              </a:spcAft>
              <a:buNone/>
              <a:defRPr sz="3600">
                <a:solidFill>
                  <a:schemeClr val="lt1"/>
                </a:solidFill>
                <a:latin typeface="Inter"/>
                <a:ea typeface="Inter"/>
                <a:cs typeface="Inter"/>
                <a:sym typeface="Inter"/>
              </a:defRPr>
            </a:lvl2pPr>
            <a:lvl3pPr lvl="2">
              <a:lnSpc>
                <a:spcPct val="115000"/>
              </a:lnSpc>
              <a:spcBef>
                <a:spcPts val="0"/>
              </a:spcBef>
              <a:spcAft>
                <a:spcPts val="0"/>
              </a:spcAft>
              <a:buNone/>
              <a:defRPr sz="3600">
                <a:solidFill>
                  <a:schemeClr val="lt1"/>
                </a:solidFill>
                <a:latin typeface="Inter"/>
                <a:ea typeface="Inter"/>
                <a:cs typeface="Inter"/>
                <a:sym typeface="Inter"/>
              </a:defRPr>
            </a:lvl3pPr>
            <a:lvl4pPr lvl="3">
              <a:lnSpc>
                <a:spcPct val="115000"/>
              </a:lnSpc>
              <a:spcBef>
                <a:spcPts val="0"/>
              </a:spcBef>
              <a:spcAft>
                <a:spcPts val="0"/>
              </a:spcAft>
              <a:buNone/>
              <a:defRPr sz="3600">
                <a:solidFill>
                  <a:schemeClr val="lt1"/>
                </a:solidFill>
                <a:latin typeface="Inter"/>
                <a:ea typeface="Inter"/>
                <a:cs typeface="Inter"/>
                <a:sym typeface="Inter"/>
              </a:defRPr>
            </a:lvl4pPr>
            <a:lvl5pPr lvl="4">
              <a:lnSpc>
                <a:spcPct val="115000"/>
              </a:lnSpc>
              <a:spcBef>
                <a:spcPts val="0"/>
              </a:spcBef>
              <a:spcAft>
                <a:spcPts val="0"/>
              </a:spcAft>
              <a:buNone/>
              <a:defRPr sz="3600">
                <a:solidFill>
                  <a:schemeClr val="lt1"/>
                </a:solidFill>
                <a:latin typeface="Inter"/>
                <a:ea typeface="Inter"/>
                <a:cs typeface="Inter"/>
                <a:sym typeface="Inter"/>
              </a:defRPr>
            </a:lvl5pPr>
            <a:lvl6pPr lvl="5">
              <a:lnSpc>
                <a:spcPct val="115000"/>
              </a:lnSpc>
              <a:spcBef>
                <a:spcPts val="0"/>
              </a:spcBef>
              <a:spcAft>
                <a:spcPts val="0"/>
              </a:spcAft>
              <a:buNone/>
              <a:defRPr sz="3600">
                <a:solidFill>
                  <a:schemeClr val="lt1"/>
                </a:solidFill>
                <a:latin typeface="Inter"/>
                <a:ea typeface="Inter"/>
                <a:cs typeface="Inter"/>
                <a:sym typeface="Inter"/>
              </a:defRPr>
            </a:lvl6pPr>
            <a:lvl7pPr lvl="6">
              <a:lnSpc>
                <a:spcPct val="115000"/>
              </a:lnSpc>
              <a:spcBef>
                <a:spcPts val="0"/>
              </a:spcBef>
              <a:spcAft>
                <a:spcPts val="0"/>
              </a:spcAft>
              <a:buNone/>
              <a:defRPr sz="3600">
                <a:solidFill>
                  <a:schemeClr val="lt1"/>
                </a:solidFill>
                <a:latin typeface="Inter"/>
                <a:ea typeface="Inter"/>
                <a:cs typeface="Inter"/>
                <a:sym typeface="Inter"/>
              </a:defRPr>
            </a:lvl7pPr>
            <a:lvl8pPr lvl="7">
              <a:lnSpc>
                <a:spcPct val="115000"/>
              </a:lnSpc>
              <a:spcBef>
                <a:spcPts val="0"/>
              </a:spcBef>
              <a:spcAft>
                <a:spcPts val="0"/>
              </a:spcAft>
              <a:buNone/>
              <a:defRPr sz="3600">
                <a:solidFill>
                  <a:schemeClr val="lt1"/>
                </a:solidFill>
                <a:latin typeface="Inter"/>
                <a:ea typeface="Inter"/>
                <a:cs typeface="Inter"/>
                <a:sym typeface="Inter"/>
              </a:defRPr>
            </a:lvl8pPr>
            <a:lvl9pPr lvl="8">
              <a:lnSpc>
                <a:spcPct val="115000"/>
              </a:lnSpc>
              <a:spcBef>
                <a:spcPts val="0"/>
              </a:spcBef>
              <a:spcAft>
                <a:spcPts val="0"/>
              </a:spcAft>
              <a:buNone/>
              <a:defRPr sz="3600">
                <a:solidFill>
                  <a:schemeClr val="lt1"/>
                </a:solidFill>
                <a:latin typeface="Inter"/>
                <a:ea typeface="Inter"/>
                <a:cs typeface="Inter"/>
                <a:sym typeface="Inter"/>
              </a:defRPr>
            </a:lvl9pPr>
          </a:lstStyle>
          <a:p>
            <a:endParaRPr/>
          </a:p>
        </p:txBody>
      </p:sp>
      <p:sp>
        <p:nvSpPr>
          <p:cNvPr id="53" name="Google Shape;53;p13"/>
          <p:cNvSpPr txBox="1">
            <a:spLocks noGrp="1"/>
          </p:cNvSpPr>
          <p:nvPr>
            <p:ph type="sldNum" idx="12"/>
          </p:nvPr>
        </p:nvSpPr>
        <p:spPr>
          <a:xfrm>
            <a:off x="8308150" y="4782125"/>
            <a:ext cx="548700" cy="76200"/>
          </a:xfrm>
          <a:prstGeom prst="rect">
            <a:avLst/>
          </a:prstGeom>
          <a:noFill/>
          <a:ln>
            <a:noFill/>
          </a:ln>
        </p:spPr>
        <p:txBody>
          <a:bodyPr spcFirstLastPara="1" wrap="square" lIns="0" tIns="0" rIns="0" bIns="0" anchor="ctr" anchorCtr="0">
            <a:noAutofit/>
          </a:bodyPr>
          <a:lstStyle>
            <a:lvl1pPr lvl="0" algn="r">
              <a:buNone/>
              <a:defRPr sz="600">
                <a:solidFill>
                  <a:schemeClr val="lt1"/>
                </a:solidFill>
                <a:latin typeface="Inter"/>
                <a:ea typeface="Inter"/>
                <a:cs typeface="Inter"/>
                <a:sym typeface="Inter"/>
              </a:defRPr>
            </a:lvl1pPr>
            <a:lvl2pPr lvl="1" algn="r">
              <a:buNone/>
              <a:defRPr sz="600">
                <a:solidFill>
                  <a:schemeClr val="lt1"/>
                </a:solidFill>
                <a:latin typeface="Inter"/>
                <a:ea typeface="Inter"/>
                <a:cs typeface="Inter"/>
                <a:sym typeface="Inter"/>
              </a:defRPr>
            </a:lvl2pPr>
            <a:lvl3pPr lvl="2" algn="r">
              <a:buNone/>
              <a:defRPr sz="600">
                <a:solidFill>
                  <a:schemeClr val="lt1"/>
                </a:solidFill>
                <a:latin typeface="Inter"/>
                <a:ea typeface="Inter"/>
                <a:cs typeface="Inter"/>
                <a:sym typeface="Inter"/>
              </a:defRPr>
            </a:lvl3pPr>
            <a:lvl4pPr lvl="3" algn="r">
              <a:buNone/>
              <a:defRPr sz="600">
                <a:solidFill>
                  <a:schemeClr val="lt1"/>
                </a:solidFill>
                <a:latin typeface="Inter"/>
                <a:ea typeface="Inter"/>
                <a:cs typeface="Inter"/>
                <a:sym typeface="Inter"/>
              </a:defRPr>
            </a:lvl4pPr>
            <a:lvl5pPr lvl="4" algn="r">
              <a:buNone/>
              <a:defRPr sz="600">
                <a:solidFill>
                  <a:schemeClr val="lt1"/>
                </a:solidFill>
                <a:latin typeface="Inter"/>
                <a:ea typeface="Inter"/>
                <a:cs typeface="Inter"/>
                <a:sym typeface="Inter"/>
              </a:defRPr>
            </a:lvl5pPr>
            <a:lvl6pPr lvl="5" algn="r">
              <a:buNone/>
              <a:defRPr sz="600">
                <a:solidFill>
                  <a:schemeClr val="lt1"/>
                </a:solidFill>
                <a:latin typeface="Inter"/>
                <a:ea typeface="Inter"/>
                <a:cs typeface="Inter"/>
                <a:sym typeface="Inter"/>
              </a:defRPr>
            </a:lvl6pPr>
            <a:lvl7pPr lvl="6" algn="r">
              <a:buNone/>
              <a:defRPr sz="600">
                <a:solidFill>
                  <a:schemeClr val="lt1"/>
                </a:solidFill>
                <a:latin typeface="Inter"/>
                <a:ea typeface="Inter"/>
                <a:cs typeface="Inter"/>
                <a:sym typeface="Inter"/>
              </a:defRPr>
            </a:lvl7pPr>
            <a:lvl8pPr lvl="7" algn="r">
              <a:buNone/>
              <a:defRPr sz="600">
                <a:solidFill>
                  <a:schemeClr val="lt1"/>
                </a:solidFill>
                <a:latin typeface="Inter"/>
                <a:ea typeface="Inter"/>
                <a:cs typeface="Inter"/>
                <a:sym typeface="Inter"/>
              </a:defRPr>
            </a:lvl8pPr>
            <a:lvl9pPr lvl="8" algn="r">
              <a:buNone/>
              <a:defRPr sz="600">
                <a:solidFill>
                  <a:schemeClr val="lt1"/>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
              <a:t>‹#›</a:t>
            </a:fld>
            <a:endParaRPr/>
          </a:p>
        </p:txBody>
      </p:sp>
      <p:sp>
        <p:nvSpPr>
          <p:cNvPr id="54" name="Google Shape;54;p13"/>
          <p:cNvSpPr txBox="1">
            <a:spLocks noGrp="1"/>
          </p:cNvSpPr>
          <p:nvPr>
            <p:ph type="title" idx="2"/>
          </p:nvPr>
        </p:nvSpPr>
        <p:spPr>
          <a:xfrm>
            <a:off x="288625" y="4778975"/>
            <a:ext cx="4227300" cy="76200"/>
          </a:xfrm>
          <a:prstGeom prst="rect">
            <a:avLst/>
          </a:prstGeom>
          <a:noFill/>
          <a:ln>
            <a:noFill/>
          </a:ln>
        </p:spPr>
        <p:txBody>
          <a:bodyPr spcFirstLastPara="1" wrap="square" lIns="0" tIns="0" rIns="0" bIns="0" anchor="ctr" anchorCtr="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a:endParaRPr/>
          </a:p>
        </p:txBody>
      </p:sp>
      <p:sp>
        <p:nvSpPr>
          <p:cNvPr id="55" name="Google Shape;55;p13"/>
          <p:cNvSpPr txBox="1">
            <a:spLocks noGrp="1"/>
          </p:cNvSpPr>
          <p:nvPr>
            <p:ph type="title" idx="3"/>
          </p:nvPr>
        </p:nvSpPr>
        <p:spPr>
          <a:xfrm>
            <a:off x="4629750" y="4778975"/>
            <a:ext cx="1328400" cy="76200"/>
          </a:xfrm>
          <a:prstGeom prst="rect">
            <a:avLst/>
          </a:prstGeom>
          <a:noFill/>
          <a:ln>
            <a:noFill/>
          </a:ln>
        </p:spPr>
        <p:txBody>
          <a:bodyPr spcFirstLastPara="1" wrap="square" lIns="0" tIns="0" rIns="0" bIns="0" anchor="ctr" anchorCtr="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a:endParaRPr/>
          </a:p>
        </p:txBody>
      </p:sp>
      <p:sp>
        <p:nvSpPr>
          <p:cNvPr id="56" name="Google Shape;56;p13"/>
          <p:cNvSpPr txBox="1">
            <a:spLocks noGrp="1"/>
          </p:cNvSpPr>
          <p:nvPr>
            <p:ph type="title" idx="4"/>
          </p:nvPr>
        </p:nvSpPr>
        <p:spPr>
          <a:xfrm>
            <a:off x="6086100" y="4778975"/>
            <a:ext cx="1328400" cy="76200"/>
          </a:xfrm>
          <a:prstGeom prst="rect">
            <a:avLst/>
          </a:prstGeom>
          <a:noFill/>
          <a:ln>
            <a:noFill/>
          </a:ln>
        </p:spPr>
        <p:txBody>
          <a:bodyPr spcFirstLastPara="1" wrap="square" lIns="0" tIns="0" rIns="0" bIns="0" anchor="ctr" anchorCtr="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a:endParaRPr/>
          </a:p>
        </p:txBody>
      </p:sp>
      <p:sp>
        <p:nvSpPr>
          <p:cNvPr id="57" name="Google Shape;57;p13"/>
          <p:cNvSpPr txBox="1">
            <a:spLocks noGrp="1"/>
          </p:cNvSpPr>
          <p:nvPr>
            <p:ph type="body" idx="5"/>
          </p:nvPr>
        </p:nvSpPr>
        <p:spPr>
          <a:xfrm>
            <a:off x="4239825" y="1398125"/>
            <a:ext cx="3648900" cy="2279100"/>
          </a:xfrm>
          <a:prstGeom prst="rect">
            <a:avLst/>
          </a:prstGeom>
          <a:noFill/>
          <a:ln>
            <a:noFill/>
          </a:ln>
        </p:spPr>
        <p:txBody>
          <a:bodyPr spcFirstLastPara="1" wrap="square" lIns="91425" tIns="91425" rIns="91425" bIns="91425" anchor="t" anchorCtr="0">
            <a:noAutofit/>
          </a:bodyPr>
          <a:lstStyle>
            <a:lvl1pPr marL="457200" lvl="0"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marL="914400" lvl="1"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marL="1371600" lvl="2"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marL="1828800" lvl="3"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marL="2286000" lvl="4"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marL="2743200" lvl="5"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marL="3200400" lvl="6"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marL="3657600" lvl="7"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marL="4114800" lvl="8"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5579">
          <p15:clr>
            <a:srgbClr val="E46962"/>
          </p15:clr>
        </p15:guide>
        <p15:guide id="2" pos="179">
          <p15:clr>
            <a:srgbClr val="E46962"/>
          </p15:clr>
        </p15:guide>
        <p15:guide id="3" orient="horz" pos="180">
          <p15:clr>
            <a:srgbClr val="E46962"/>
          </p15:clr>
        </p15:guide>
        <p15:guide id="4" orient="horz" pos="3060">
          <p15:clr>
            <a:srgbClr val="E46962"/>
          </p15:clr>
        </p15:guide>
        <p15:guide id="5" pos="2842">
          <p15:clr>
            <a:srgbClr val="E46962"/>
          </p15:clr>
        </p15:guide>
        <p15:guide id="6" pos="2916">
          <p15:clr>
            <a:srgbClr val="E46962"/>
          </p15:clr>
        </p15:guide>
        <p15:guide id="7" pos="1474">
          <p15:clr>
            <a:srgbClr val="E46962"/>
          </p15:clr>
        </p15:guide>
        <p15:guide id="8" pos="1548">
          <p15:clr>
            <a:srgbClr val="E46962"/>
          </p15:clr>
        </p15:guide>
        <p15:guide id="9" pos="4211">
          <p15:clr>
            <a:srgbClr val="E46962"/>
          </p15:clr>
        </p15:guide>
        <p15:guide id="10" pos="4285">
          <p15:clr>
            <a:srgbClr val="E46962"/>
          </p15:clr>
        </p15:guide>
        <p15:guide id="11" pos="3753">
          <p15:clr>
            <a:srgbClr val="E46962"/>
          </p15:clr>
        </p15:guide>
        <p15:guide id="12" pos="3834">
          <p15:clr>
            <a:srgbClr val="E46962"/>
          </p15:clr>
        </p15:guide>
        <p15:guide id="13" pos="1926">
          <p15:clr>
            <a:srgbClr val="E46962"/>
          </p15:clr>
        </p15:guide>
        <p15:guide id="14" pos="2007">
          <p15:clr>
            <a:srgbClr val="E46962"/>
          </p15:clr>
        </p15:guide>
        <p15:guide id="15" orient="horz" pos="299">
          <p15:clr>
            <a:srgbClr val="E46962"/>
          </p15:clr>
        </p15:guide>
        <p15:guide id="16" orient="horz" pos="2950">
          <p15:clr>
            <a:srgbClr val="E46962"/>
          </p15:clr>
        </p15:guide>
        <p15:guide id="17" orient="horz" pos="907">
          <p15:clr>
            <a:srgbClr val="E46962"/>
          </p15:clr>
        </p15:guide>
        <p15:guide id="18" orient="horz" pos="980">
          <p15:clr>
            <a:srgbClr val="E46962"/>
          </p15:clr>
        </p15:guide>
        <p15:guide id="19" orient="horz" pos="1588">
          <p15:clr>
            <a:srgbClr val="E46962"/>
          </p15:clr>
        </p15:guide>
        <p15:guide id="20" orient="horz" pos="1661">
          <p15:clr>
            <a:srgbClr val="E46962"/>
          </p15:clr>
        </p15:guide>
        <p15:guide id="21" orient="horz" pos="2269">
          <p15:clr>
            <a:srgbClr val="E46962"/>
          </p15:clr>
        </p15:guide>
        <p15:guide id="22" orient="horz" pos="2341">
          <p15:clr>
            <a:srgbClr val="E46962"/>
          </p15:clr>
        </p15:guide>
        <p15:guide id="23" orient="horz" pos="3012">
          <p15:clr>
            <a:srgbClr val="E46962"/>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9.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9.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5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9.xml"/><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hyperlink" Target="https://app.powerbi.com/groups/me/reports/4b6eb712-4706-4100-9905-4c6b2434a0fa/c5b23f9f56eba590c2c2?experience=power-bi" TargetMode="External"/><Relationship Id="rId2" Type="http://schemas.openxmlformats.org/officeDocument/2006/relationships/notesSlide" Target="../notesSlides/notesSlide14.xml"/><Relationship Id="rId1" Type="http://schemas.openxmlformats.org/officeDocument/2006/relationships/slideLayout" Target="../slideLayouts/slideLayout20.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hyperlink" Target="https://app.powerbi.com/groups/me/reports/4b6eb712-4706-4100-9905-4c6b2434a0fa/c5b23f9f56eba590c2c2?experience=power-bi" TargetMode="External"/><Relationship Id="rId2" Type="http://schemas.openxmlformats.org/officeDocument/2006/relationships/notesSlide" Target="../notesSlides/notesSlide15.xml"/><Relationship Id="rId1" Type="http://schemas.openxmlformats.org/officeDocument/2006/relationships/slideLayout" Target="../slideLayouts/slideLayout20.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3" Type="http://schemas.openxmlformats.org/officeDocument/2006/relationships/hyperlink" Target="https://app.powerbi.com/groups/me/reports/4b6eb712-4706-4100-9905-4c6b2434a0fa/c5b23f9f56eba590c2c2?experience=power-bi" TargetMode="External"/><Relationship Id="rId2" Type="http://schemas.openxmlformats.org/officeDocument/2006/relationships/notesSlide" Target="../notesSlides/notesSlide19.xml"/><Relationship Id="rId1" Type="http://schemas.openxmlformats.org/officeDocument/2006/relationships/slideLayout" Target="../slideLayouts/slideLayout20.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hyperlink" Target="https://app.powerbi.com/groups/me/reports/4b6eb712-4706-4100-9905-4c6b2434a0fa/c5b23f9f56eba590c2c2?experience=power-bi" TargetMode="External"/><Relationship Id="rId2" Type="http://schemas.openxmlformats.org/officeDocument/2006/relationships/notesSlide" Target="../notesSlides/notesSlide20.xml"/><Relationship Id="rId1" Type="http://schemas.openxmlformats.org/officeDocument/2006/relationships/slideLayout" Target="../slideLayouts/slideLayout20.xml"/><Relationship Id="rId5" Type="http://schemas.openxmlformats.org/officeDocument/2006/relationships/image" Target="../media/image14.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hyperlink" Target="https://app.powerbi.com/groups/me/reports/4b6eb712-4706-4100-9905-4c6b2434a0fa/c5b23f9f56eba590c2c2?experience=power-bi" TargetMode="External"/><Relationship Id="rId2" Type="http://schemas.openxmlformats.org/officeDocument/2006/relationships/notesSlide" Target="../notesSlides/notesSlide21.xml"/><Relationship Id="rId1" Type="http://schemas.openxmlformats.org/officeDocument/2006/relationships/slideLayout" Target="../slideLayouts/slideLayout20.xml"/><Relationship Id="rId5" Type="http://schemas.openxmlformats.org/officeDocument/2006/relationships/image" Target="../media/image14.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hyperlink" Target="https://app.powerbi.com/groups/me/reports/4b6eb712-4706-4100-9905-4c6b2434a0fa/c5b23f9f56eba590c2c2?experience=power-bi" TargetMode="External"/><Relationship Id="rId2" Type="http://schemas.openxmlformats.org/officeDocument/2006/relationships/notesSlide" Target="../notesSlides/notesSlide22.xml"/><Relationship Id="rId1" Type="http://schemas.openxmlformats.org/officeDocument/2006/relationships/slideLayout" Target="../slideLayouts/slideLayout20.xml"/><Relationship Id="rId5" Type="http://schemas.openxmlformats.org/officeDocument/2006/relationships/image" Target="../media/image15.pn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hyperlink" Target="https://app.powerbi.com/groups/me/reports/4b6eb712-4706-4100-9905-4c6b2434a0fa/c5b23f9f56eba590c2c2?experience=power-bi" TargetMode="External"/><Relationship Id="rId2" Type="http://schemas.openxmlformats.org/officeDocument/2006/relationships/notesSlide" Target="../notesSlides/notesSlide23.xml"/><Relationship Id="rId1" Type="http://schemas.openxmlformats.org/officeDocument/2006/relationships/slideLayout" Target="../slideLayouts/slideLayout20.xml"/><Relationship Id="rId5" Type="http://schemas.openxmlformats.org/officeDocument/2006/relationships/image" Target="../media/image15.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hyperlink" Target="https://app.powerbi.com/groups/me/reports/4b6eb712-4706-4100-9905-4c6b2434a0fa/c5b23f9f56eba590c2c2?experience=power-bi" TargetMode="External"/><Relationship Id="rId2" Type="http://schemas.openxmlformats.org/officeDocument/2006/relationships/notesSlide" Target="../notesSlides/notesSlide24.xml"/><Relationship Id="rId1" Type="http://schemas.openxmlformats.org/officeDocument/2006/relationships/slideLayout" Target="../slideLayouts/slideLayout20.xml"/><Relationship Id="rId5" Type="http://schemas.openxmlformats.org/officeDocument/2006/relationships/image" Target="../media/image16.png"/><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hyperlink" Target="https://app.powerbi.com/groups/me/reports/4b6eb712-4706-4100-9905-4c6b2434a0fa/c5b23f9f56eba590c2c2?experience=power-bi" TargetMode="External"/><Relationship Id="rId2" Type="http://schemas.openxmlformats.org/officeDocument/2006/relationships/notesSlide" Target="../notesSlides/notesSlide25.xml"/><Relationship Id="rId1" Type="http://schemas.openxmlformats.org/officeDocument/2006/relationships/slideLayout" Target="../slideLayouts/slideLayout20.xml"/><Relationship Id="rId5" Type="http://schemas.openxmlformats.org/officeDocument/2006/relationships/image" Target="../media/image17.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hyperlink" Target="https://app.powerbi.com/groups/me/reports/4b6eb712-4706-4100-9905-4c6b2434a0fa/c5b23f9f56eba590c2c2?experience=power-bi" TargetMode="External"/><Relationship Id="rId2" Type="http://schemas.openxmlformats.org/officeDocument/2006/relationships/notesSlide" Target="../notesSlides/notesSlide26.xml"/><Relationship Id="rId1" Type="http://schemas.openxmlformats.org/officeDocument/2006/relationships/slideLayout" Target="../slideLayouts/slideLayout20.xml"/><Relationship Id="rId5" Type="http://schemas.openxmlformats.org/officeDocument/2006/relationships/image" Target="../media/image18.png"/><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hyperlink" Target="https://app.powerbi.com/groups/me/reports/4b6eb712-4706-4100-9905-4c6b2434a0fa/c5b23f9f56eba590c2c2?experience=power-bi" TargetMode="External"/><Relationship Id="rId2" Type="http://schemas.openxmlformats.org/officeDocument/2006/relationships/notesSlide" Target="../notesSlides/notesSlide27.xml"/><Relationship Id="rId1" Type="http://schemas.openxmlformats.org/officeDocument/2006/relationships/slideLayout" Target="../slideLayouts/slideLayout20.xml"/><Relationship Id="rId5" Type="http://schemas.openxmlformats.org/officeDocument/2006/relationships/image" Target="../media/image17.png"/><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hyperlink" Target="https://app.powerbi.com/groups/me/reports/4b6eb712-4706-4100-9905-4c6b2434a0fa/c5b23f9f56eba590c2c2?experience=power-bi" TargetMode="External"/><Relationship Id="rId2" Type="http://schemas.openxmlformats.org/officeDocument/2006/relationships/notesSlide" Target="../notesSlides/notesSlide28.xml"/><Relationship Id="rId1" Type="http://schemas.openxmlformats.org/officeDocument/2006/relationships/slideLayout" Target="../slideLayouts/slideLayout20.xml"/><Relationship Id="rId5" Type="http://schemas.openxmlformats.org/officeDocument/2006/relationships/image" Target="../media/image19.png"/><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3" Type="http://schemas.openxmlformats.org/officeDocument/2006/relationships/hyperlink" Target="https://app.powerbi.com/groups/me/reports/4b6eb712-4706-4100-9905-4c6b2434a0fa/c5b23f9f56eba590c2c2?experience=power-bi" TargetMode="External"/><Relationship Id="rId2" Type="http://schemas.openxmlformats.org/officeDocument/2006/relationships/notesSlide" Target="../notesSlides/notesSlide29.xml"/><Relationship Id="rId1" Type="http://schemas.openxmlformats.org/officeDocument/2006/relationships/slideLayout" Target="../slideLayouts/slideLayout20.xml"/><Relationship Id="rId6" Type="http://schemas.openxmlformats.org/officeDocument/2006/relationships/image" Target="../media/image15.png"/><Relationship Id="rId5" Type="http://schemas.openxmlformats.org/officeDocument/2006/relationships/image" Target="../media/image20.png"/><Relationship Id="rId4"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hyperlink" Target="https://app.powerbi.com/groups/me/reports/4b6eb712-4706-4100-9905-4c6b2434a0fa/c5b23f9f56eba590c2c2?experience=power-bi" TargetMode="External"/><Relationship Id="rId2" Type="http://schemas.openxmlformats.org/officeDocument/2006/relationships/notesSlide" Target="../notesSlides/notesSlide30.xml"/><Relationship Id="rId1" Type="http://schemas.openxmlformats.org/officeDocument/2006/relationships/slideLayout" Target="../slideLayouts/slideLayout20.xml"/><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3" Type="http://schemas.openxmlformats.org/officeDocument/2006/relationships/hyperlink" Target="https://app.powerbi.com/groups/me/reports/4b6eb712-4706-4100-9905-4c6b2434a0fa/c5b23f9f56eba590c2c2?experience=power-bi" TargetMode="External"/><Relationship Id="rId2" Type="http://schemas.openxmlformats.org/officeDocument/2006/relationships/notesSlide" Target="../notesSlides/notesSlide31.xml"/><Relationship Id="rId1" Type="http://schemas.openxmlformats.org/officeDocument/2006/relationships/slideLayout" Target="../slideLayouts/slideLayout20.xml"/><Relationship Id="rId5" Type="http://schemas.openxmlformats.org/officeDocument/2006/relationships/image" Target="../media/image21.png"/><Relationship Id="rId4" Type="http://schemas.openxmlformats.org/officeDocument/2006/relationships/image" Target="../media/image7.png"/></Relationships>
</file>

<file path=ppt/slides/_rels/slide32.xml.rels><?xml version="1.0" encoding="UTF-8" standalone="yes"?>
<Relationships xmlns="http://schemas.openxmlformats.org/package/2006/relationships"><Relationship Id="rId3" Type="http://schemas.openxmlformats.org/officeDocument/2006/relationships/hyperlink" Target="https://app.powerbi.com/groups/me/reports/4b6eb712-4706-4100-9905-4c6b2434a0fa/c5b23f9f56eba590c2c2?experience=power-bi" TargetMode="External"/><Relationship Id="rId2" Type="http://schemas.openxmlformats.org/officeDocument/2006/relationships/notesSlide" Target="../notesSlides/notesSlide32.xml"/><Relationship Id="rId1" Type="http://schemas.openxmlformats.org/officeDocument/2006/relationships/slideLayout" Target="../slideLayouts/slideLayout20.xml"/><Relationship Id="rId5" Type="http://schemas.openxmlformats.org/officeDocument/2006/relationships/image" Target="../media/image21.png"/><Relationship Id="rId4" Type="http://schemas.openxmlformats.org/officeDocument/2006/relationships/image" Target="../media/image7.png"/></Relationships>
</file>

<file path=ppt/slides/_rels/slide33.xml.rels><?xml version="1.0" encoding="UTF-8" standalone="yes"?>
<Relationships xmlns="http://schemas.openxmlformats.org/package/2006/relationships"><Relationship Id="rId3" Type="http://schemas.openxmlformats.org/officeDocument/2006/relationships/hyperlink" Target="https://app.powerbi.com/groups/me/reports/4b6eb712-4706-4100-9905-4c6b2434a0fa/c5b23f9f56eba590c2c2?experience=power-bi" TargetMode="External"/><Relationship Id="rId2" Type="http://schemas.openxmlformats.org/officeDocument/2006/relationships/notesSlide" Target="../notesSlides/notesSlide33.xml"/><Relationship Id="rId1" Type="http://schemas.openxmlformats.org/officeDocument/2006/relationships/slideLayout" Target="../slideLayouts/slideLayout20.xml"/><Relationship Id="rId5" Type="http://schemas.openxmlformats.org/officeDocument/2006/relationships/image" Target="../media/image21.png"/><Relationship Id="rId4" Type="http://schemas.openxmlformats.org/officeDocument/2006/relationships/image" Target="../media/image7.png"/></Relationships>
</file>

<file path=ppt/slides/_rels/slide34.xml.rels><?xml version="1.0" encoding="UTF-8" standalone="yes"?>
<Relationships xmlns="http://schemas.openxmlformats.org/package/2006/relationships"><Relationship Id="rId3" Type="http://schemas.openxmlformats.org/officeDocument/2006/relationships/hyperlink" Target="https://app.powerbi.com/groups/me/reports/4b6eb712-4706-4100-9905-4c6b2434a0fa/c5b23f9f56eba590c2c2?experience=power-bi" TargetMode="External"/><Relationship Id="rId2" Type="http://schemas.openxmlformats.org/officeDocument/2006/relationships/notesSlide" Target="../notesSlides/notesSlide34.xml"/><Relationship Id="rId1" Type="http://schemas.openxmlformats.org/officeDocument/2006/relationships/slideLayout" Target="../slideLayouts/slideLayout20.xml"/><Relationship Id="rId5" Type="http://schemas.openxmlformats.org/officeDocument/2006/relationships/image" Target="../media/image22.png"/><Relationship Id="rId4" Type="http://schemas.openxmlformats.org/officeDocument/2006/relationships/image" Target="../media/image7.png"/></Relationships>
</file>

<file path=ppt/slides/_rels/slide35.xml.rels><?xml version="1.0" encoding="UTF-8" standalone="yes"?>
<Relationships xmlns="http://schemas.openxmlformats.org/package/2006/relationships"><Relationship Id="rId3" Type="http://schemas.openxmlformats.org/officeDocument/2006/relationships/hyperlink" Target="https://app.powerbi.com/groups/me/reports/4b6eb712-4706-4100-9905-4c6b2434a0fa/c5b23f9f56eba590c2c2?experience=power-bi" TargetMode="External"/><Relationship Id="rId2" Type="http://schemas.openxmlformats.org/officeDocument/2006/relationships/notesSlide" Target="../notesSlides/notesSlide35.xml"/><Relationship Id="rId1" Type="http://schemas.openxmlformats.org/officeDocument/2006/relationships/slideLayout" Target="../slideLayouts/slideLayout20.xml"/><Relationship Id="rId5" Type="http://schemas.openxmlformats.org/officeDocument/2006/relationships/image" Target="../media/image21.png"/><Relationship Id="rId4" Type="http://schemas.openxmlformats.org/officeDocument/2006/relationships/image" Target="../media/image7.png"/></Relationships>
</file>

<file path=ppt/slides/_rels/slide36.xml.rels><?xml version="1.0" encoding="UTF-8" standalone="yes"?>
<Relationships xmlns="http://schemas.openxmlformats.org/package/2006/relationships"><Relationship Id="rId3" Type="http://schemas.openxmlformats.org/officeDocument/2006/relationships/hyperlink" Target="https://app.powerbi.com/groups/me/reports/4b6eb712-4706-4100-9905-4c6b2434a0fa/c5b23f9f56eba590c2c2?experience=power-bi" TargetMode="External"/><Relationship Id="rId2" Type="http://schemas.openxmlformats.org/officeDocument/2006/relationships/notesSlide" Target="../notesSlides/notesSlide36.xml"/><Relationship Id="rId1" Type="http://schemas.openxmlformats.org/officeDocument/2006/relationships/slideLayout" Target="../slideLayouts/slideLayout20.xml"/><Relationship Id="rId4" Type="http://schemas.openxmlformats.org/officeDocument/2006/relationships/image" Target="../media/image7.png"/></Relationships>
</file>

<file path=ppt/slides/_rels/slide37.xml.rels><?xml version="1.0" encoding="UTF-8" standalone="yes"?>
<Relationships xmlns="http://schemas.openxmlformats.org/package/2006/relationships"><Relationship Id="rId3" Type="http://schemas.openxmlformats.org/officeDocument/2006/relationships/hyperlink" Target="https://app.powerbi.com/groups/me/reports/4b6eb712-4706-4100-9905-4c6b2434a0fa/c5b23f9f56eba590c2c2?experience=power-bi" TargetMode="External"/><Relationship Id="rId2" Type="http://schemas.openxmlformats.org/officeDocument/2006/relationships/notesSlide" Target="../notesSlides/notesSlide37.xml"/><Relationship Id="rId1" Type="http://schemas.openxmlformats.org/officeDocument/2006/relationships/slideLayout" Target="../slideLayouts/slideLayout20.xml"/><Relationship Id="rId5" Type="http://schemas.openxmlformats.org/officeDocument/2006/relationships/image" Target="../media/image23.png"/><Relationship Id="rId4" Type="http://schemas.openxmlformats.org/officeDocument/2006/relationships/image" Target="../media/image7.png"/></Relationships>
</file>

<file path=ppt/slides/_rels/slide38.xml.rels><?xml version="1.0" encoding="UTF-8" standalone="yes"?>
<Relationships xmlns="http://schemas.openxmlformats.org/package/2006/relationships"><Relationship Id="rId3" Type="http://schemas.openxmlformats.org/officeDocument/2006/relationships/hyperlink" Target="https://app.powerbi.com/groups/me/reports/4b6eb712-4706-4100-9905-4c6b2434a0fa/c5b23f9f56eba590c2c2?experience=power-bi" TargetMode="External"/><Relationship Id="rId2" Type="http://schemas.openxmlformats.org/officeDocument/2006/relationships/notesSlide" Target="../notesSlides/notesSlide38.xml"/><Relationship Id="rId1" Type="http://schemas.openxmlformats.org/officeDocument/2006/relationships/slideLayout" Target="../slideLayouts/slideLayout20.xml"/><Relationship Id="rId5" Type="http://schemas.openxmlformats.org/officeDocument/2006/relationships/image" Target="../media/image24.png"/><Relationship Id="rId4" Type="http://schemas.openxmlformats.org/officeDocument/2006/relationships/image" Target="../media/image7.png"/></Relationships>
</file>

<file path=ppt/slides/_rels/slide39.xml.rels><?xml version="1.0" encoding="UTF-8" standalone="yes"?>
<Relationships xmlns="http://schemas.openxmlformats.org/package/2006/relationships"><Relationship Id="rId3" Type="http://schemas.openxmlformats.org/officeDocument/2006/relationships/hyperlink" Target="https://app.powerbi.com/groups/me/reports/4b6eb712-4706-4100-9905-4c6b2434a0fa/c5b23f9f56eba590c2c2?experience=power-bi" TargetMode="External"/><Relationship Id="rId2" Type="http://schemas.openxmlformats.org/officeDocument/2006/relationships/notesSlide" Target="../notesSlides/notesSlide39.xml"/><Relationship Id="rId1" Type="http://schemas.openxmlformats.org/officeDocument/2006/relationships/slideLayout" Target="../slideLayouts/slideLayout20.xml"/><Relationship Id="rId5" Type="http://schemas.openxmlformats.org/officeDocument/2006/relationships/image" Target="../media/image24.png"/><Relationship Id="rId4" Type="http://schemas.openxmlformats.org/officeDocument/2006/relationships/image" Target="../media/image7.png"/></Relationships>
</file>

<file path=ppt/slides/_rels/slide40.xml.rels><?xml version="1.0" encoding="UTF-8" standalone="yes"?>
<Relationships xmlns="http://schemas.openxmlformats.org/package/2006/relationships"><Relationship Id="rId3" Type="http://schemas.openxmlformats.org/officeDocument/2006/relationships/hyperlink" Target="https://app.powerbi.com/groups/me/reports/4b6eb712-4706-4100-9905-4c6b2434a0fa/c5b23f9f56eba590c2c2?experience=power-bi" TargetMode="External"/><Relationship Id="rId2" Type="http://schemas.openxmlformats.org/officeDocument/2006/relationships/notesSlide" Target="../notesSlides/notesSlide40.xml"/><Relationship Id="rId1" Type="http://schemas.openxmlformats.org/officeDocument/2006/relationships/slideLayout" Target="../slideLayouts/slideLayout20.xml"/><Relationship Id="rId5" Type="http://schemas.openxmlformats.org/officeDocument/2006/relationships/image" Target="../media/image24.png"/><Relationship Id="rId4" Type="http://schemas.openxmlformats.org/officeDocument/2006/relationships/image" Target="../media/image7.png"/></Relationships>
</file>

<file path=ppt/slides/_rels/slide41.xml.rels><?xml version="1.0" encoding="UTF-8" standalone="yes"?>
<Relationships xmlns="http://schemas.openxmlformats.org/package/2006/relationships"><Relationship Id="rId3" Type="http://schemas.openxmlformats.org/officeDocument/2006/relationships/hyperlink" Target="https://app.powerbi.com/groups/me/reports/4b6eb712-4706-4100-9905-4c6b2434a0fa/c5b23f9f56eba590c2c2?experience=power-bi" TargetMode="External"/><Relationship Id="rId2" Type="http://schemas.openxmlformats.org/officeDocument/2006/relationships/notesSlide" Target="../notesSlides/notesSlide41.xml"/><Relationship Id="rId1" Type="http://schemas.openxmlformats.org/officeDocument/2006/relationships/slideLayout" Target="../slideLayouts/slideLayout20.xml"/><Relationship Id="rId4" Type="http://schemas.openxmlformats.org/officeDocument/2006/relationships/image" Target="../media/image7.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412"/>
        <p:cNvGrpSpPr/>
        <p:nvPr/>
      </p:nvGrpSpPr>
      <p:grpSpPr>
        <a:xfrm>
          <a:off x="0" y="0"/>
          <a:ext cx="0" cy="0"/>
          <a:chOff x="0" y="0"/>
          <a:chExt cx="0" cy="0"/>
        </a:xfrm>
      </p:grpSpPr>
      <p:sp>
        <p:nvSpPr>
          <p:cNvPr id="413" name="Google Shape;413;p60"/>
          <p:cNvSpPr/>
          <p:nvPr/>
        </p:nvSpPr>
        <p:spPr>
          <a:xfrm>
            <a:off x="-29872" y="-23900"/>
            <a:ext cx="4683600" cy="4707600"/>
          </a:xfrm>
          <a:prstGeom prst="rect">
            <a:avLst/>
          </a:prstGeom>
          <a:solidFill>
            <a:schemeClr val="lt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pic>
        <p:nvPicPr>
          <p:cNvPr id="414" name="Google Shape;414;p60"/>
          <p:cNvPicPr preferRelativeResize="0"/>
          <p:nvPr/>
        </p:nvPicPr>
        <p:blipFill>
          <a:blip r:embed="rId3">
            <a:alphaModFix/>
          </a:blip>
          <a:stretch>
            <a:fillRect/>
          </a:stretch>
        </p:blipFill>
        <p:spPr>
          <a:xfrm>
            <a:off x="4465503" y="0"/>
            <a:ext cx="4683724" cy="4683724"/>
          </a:xfrm>
          <a:prstGeom prst="rect">
            <a:avLst/>
          </a:prstGeom>
          <a:noFill/>
          <a:ln>
            <a:noFill/>
          </a:ln>
        </p:spPr>
      </p:pic>
      <p:sp>
        <p:nvSpPr>
          <p:cNvPr id="415" name="Google Shape;415;p60"/>
          <p:cNvSpPr txBox="1">
            <a:spLocks noGrp="1"/>
          </p:cNvSpPr>
          <p:nvPr>
            <p:ph type="title" idx="3"/>
          </p:nvPr>
        </p:nvSpPr>
        <p:spPr>
          <a:xfrm>
            <a:off x="4629750" y="4778975"/>
            <a:ext cx="1944000" cy="110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800" b="1">
                <a:solidFill>
                  <a:srgbClr val="434343"/>
                </a:solidFill>
              </a:rPr>
              <a:t>Industry Capstone Symposium</a:t>
            </a:r>
            <a:endParaRPr sz="800" b="1">
              <a:solidFill>
                <a:srgbClr val="434343"/>
              </a:solidFill>
            </a:endParaRPr>
          </a:p>
        </p:txBody>
      </p:sp>
      <p:sp>
        <p:nvSpPr>
          <p:cNvPr id="416" name="Google Shape;416;p60"/>
          <p:cNvSpPr txBox="1">
            <a:spLocks noGrp="1"/>
          </p:cNvSpPr>
          <p:nvPr>
            <p:ph type="title" idx="4"/>
          </p:nvPr>
        </p:nvSpPr>
        <p:spPr>
          <a:xfrm>
            <a:off x="6692973" y="4778975"/>
            <a:ext cx="1328400" cy="76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800" b="1">
                <a:solidFill>
                  <a:srgbClr val="434343"/>
                </a:solidFill>
              </a:rPr>
              <a:t>12 August 2026</a:t>
            </a:r>
            <a:endParaRPr sz="800" b="1">
              <a:solidFill>
                <a:srgbClr val="434343"/>
              </a:solidFill>
            </a:endParaRPr>
          </a:p>
        </p:txBody>
      </p:sp>
      <p:pic>
        <p:nvPicPr>
          <p:cNvPr id="418" name="Google Shape;418;p60"/>
          <p:cNvPicPr preferRelativeResize="0"/>
          <p:nvPr/>
        </p:nvPicPr>
        <p:blipFill>
          <a:blip r:embed="rId4">
            <a:alphaModFix/>
          </a:blip>
          <a:stretch>
            <a:fillRect/>
          </a:stretch>
        </p:blipFill>
        <p:spPr>
          <a:xfrm>
            <a:off x="4744350" y="1056847"/>
            <a:ext cx="4227300" cy="966004"/>
          </a:xfrm>
          <a:prstGeom prst="rect">
            <a:avLst/>
          </a:prstGeom>
          <a:noFill/>
          <a:ln>
            <a:noFill/>
          </a:ln>
        </p:spPr>
      </p:pic>
      <p:sp>
        <p:nvSpPr>
          <p:cNvPr id="419" name="Google Shape;419;p60"/>
          <p:cNvSpPr txBox="1">
            <a:spLocks noGrp="1"/>
          </p:cNvSpPr>
          <p:nvPr>
            <p:ph type="title" idx="4294967295"/>
          </p:nvPr>
        </p:nvSpPr>
        <p:spPr>
          <a:xfrm>
            <a:off x="288625" y="4778975"/>
            <a:ext cx="4227300" cy="1107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800" b="1">
                <a:solidFill>
                  <a:srgbClr val="434343"/>
                </a:solidFill>
              </a:rPr>
              <a:t>Andrew Gellner, Michael Morgan, Yu Ling Wong</a:t>
            </a:r>
            <a:endParaRPr sz="800" b="1">
              <a:solidFill>
                <a:srgbClr val="434343"/>
              </a:solidFill>
            </a:endParaRPr>
          </a:p>
        </p:txBody>
      </p:sp>
      <p:sp>
        <p:nvSpPr>
          <p:cNvPr id="420" name="Google Shape;420;p60"/>
          <p:cNvSpPr txBox="1">
            <a:spLocks noGrp="1"/>
          </p:cNvSpPr>
          <p:nvPr>
            <p:ph type="title"/>
          </p:nvPr>
        </p:nvSpPr>
        <p:spPr>
          <a:xfrm>
            <a:off x="171125" y="969575"/>
            <a:ext cx="4401000" cy="3142500"/>
          </a:xfrm>
          <a:prstGeom prst="rect">
            <a:avLst/>
          </a:prstGeom>
          <a:noFill/>
        </p:spPr>
        <p:txBody>
          <a:bodyPr spcFirstLastPara="1" wrap="square" lIns="0" tIns="0" rIns="0" bIns="0" anchor="t" anchorCtr="0">
            <a:spAutoFit/>
          </a:bodyPr>
          <a:lstStyle/>
          <a:p>
            <a:pPr marL="0" lvl="0" indent="0" algn="l" rtl="0">
              <a:lnSpc>
                <a:spcPct val="115000"/>
              </a:lnSpc>
              <a:spcBef>
                <a:spcPts val="0"/>
              </a:spcBef>
              <a:spcAft>
                <a:spcPts val="0"/>
              </a:spcAft>
              <a:buNone/>
            </a:pPr>
            <a:r>
              <a:rPr lang="en" sz="2350" b="1" dirty="0">
                <a:solidFill>
                  <a:schemeClr val="accent1"/>
                </a:solidFill>
              </a:rPr>
              <a:t>Shifting Crude Oil Quality and Refining Constraints: </a:t>
            </a:r>
            <a:endParaRPr sz="2350" b="1" dirty="0">
              <a:solidFill>
                <a:schemeClr val="accent1"/>
              </a:solidFill>
            </a:endParaRPr>
          </a:p>
          <a:p>
            <a:pPr marL="0" lvl="0" indent="0" algn="l" rtl="0">
              <a:lnSpc>
                <a:spcPct val="115000"/>
              </a:lnSpc>
              <a:spcBef>
                <a:spcPts val="0"/>
              </a:spcBef>
              <a:spcAft>
                <a:spcPts val="0"/>
              </a:spcAft>
              <a:buNone/>
            </a:pPr>
            <a:endParaRPr sz="2350" b="1" dirty="0">
              <a:solidFill>
                <a:schemeClr val="accent1"/>
              </a:solidFill>
            </a:endParaRPr>
          </a:p>
          <a:p>
            <a:pPr marL="0" lvl="0" indent="0" algn="l" rtl="0">
              <a:lnSpc>
                <a:spcPct val="115000"/>
              </a:lnSpc>
              <a:spcBef>
                <a:spcPts val="0"/>
              </a:spcBef>
              <a:spcAft>
                <a:spcPts val="0"/>
              </a:spcAft>
              <a:buNone/>
            </a:pPr>
            <a:r>
              <a:rPr lang="en" sz="2350" b="1" dirty="0">
                <a:solidFill>
                  <a:schemeClr val="accent1"/>
                </a:solidFill>
              </a:rPr>
              <a:t>A Data-Driven Analysis of Global Heavy Oil Dependence </a:t>
            </a:r>
            <a:endParaRPr sz="2350" b="1" dirty="0">
              <a:solidFill>
                <a:schemeClr val="accent1"/>
              </a:solidFill>
            </a:endParaRPr>
          </a:p>
          <a:p>
            <a:pPr marL="0" lvl="0" indent="0" algn="l" rtl="0">
              <a:lnSpc>
                <a:spcPct val="115000"/>
              </a:lnSpc>
              <a:spcBef>
                <a:spcPts val="0"/>
              </a:spcBef>
              <a:spcAft>
                <a:spcPts val="0"/>
              </a:spcAft>
              <a:buNone/>
            </a:pPr>
            <a:r>
              <a:rPr lang="en" sz="2350" b="1" dirty="0">
                <a:solidFill>
                  <a:schemeClr val="accent1"/>
                </a:solidFill>
              </a:rPr>
              <a:t>and Market Disruption Risk</a:t>
            </a:r>
            <a:endParaRPr sz="2350" b="1" dirty="0">
              <a:solidFill>
                <a:schemeClr val="accent1"/>
              </a:solidFill>
            </a:endParaRPr>
          </a:p>
          <a:p>
            <a:pPr marL="0" marR="0" lvl="0" indent="0" algn="l" rtl="0">
              <a:lnSpc>
                <a:spcPct val="70000"/>
              </a:lnSpc>
              <a:spcBef>
                <a:spcPts val="0"/>
              </a:spcBef>
              <a:spcAft>
                <a:spcPts val="0"/>
              </a:spcAft>
              <a:buNone/>
            </a:pPr>
            <a:endParaRPr sz="6000" dirty="0">
              <a:solidFill>
                <a:schemeClr val="lt1"/>
              </a:solidFill>
            </a:endParaRPr>
          </a:p>
        </p:txBody>
      </p:sp>
      <p:pic>
        <p:nvPicPr>
          <p:cNvPr id="421" name="Google Shape;421;p60"/>
          <p:cNvPicPr preferRelativeResize="0"/>
          <p:nvPr/>
        </p:nvPicPr>
        <p:blipFill>
          <a:blip r:embed="rId5">
            <a:alphaModFix/>
          </a:blip>
          <a:stretch>
            <a:fillRect/>
          </a:stretch>
        </p:blipFill>
        <p:spPr>
          <a:xfrm>
            <a:off x="5200625" y="2258223"/>
            <a:ext cx="3314750" cy="11329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61"/>
          <p:cNvSpPr/>
          <p:nvPr/>
        </p:nvSpPr>
        <p:spPr>
          <a:xfrm>
            <a:off x="283884" y="627415"/>
            <a:ext cx="544800" cy="481800"/>
          </a:xfrm>
          <a:prstGeom prst="ellipse">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1800" dirty="0">
                <a:solidFill>
                  <a:schemeClr val="bg1"/>
                </a:solidFill>
                <a:latin typeface="Inter"/>
                <a:ea typeface="Inter"/>
                <a:cs typeface="Inter"/>
                <a:sym typeface="Inter"/>
              </a:rPr>
              <a:t>01</a:t>
            </a:r>
            <a:endParaRPr sz="1800" dirty="0">
              <a:solidFill>
                <a:schemeClr val="bg1"/>
              </a:solidFill>
              <a:latin typeface="Inter"/>
              <a:ea typeface="Inter"/>
              <a:cs typeface="Inter"/>
              <a:sym typeface="Inter"/>
            </a:endParaRPr>
          </a:p>
        </p:txBody>
      </p:sp>
      <p:cxnSp>
        <p:nvCxnSpPr>
          <p:cNvPr id="427" name="Google Shape;427;p61"/>
          <p:cNvCxnSpPr/>
          <p:nvPr/>
        </p:nvCxnSpPr>
        <p:spPr>
          <a:xfrm>
            <a:off x="283850" y="1213700"/>
            <a:ext cx="8573100" cy="0"/>
          </a:xfrm>
          <a:prstGeom prst="straightConnector1">
            <a:avLst/>
          </a:prstGeom>
          <a:noFill/>
          <a:ln w="9525" cap="flat" cmpd="sng">
            <a:solidFill>
              <a:schemeClr val="dk1"/>
            </a:solidFill>
            <a:prstDash val="solid"/>
            <a:round/>
            <a:headEnd type="none" w="med" len="med"/>
            <a:tailEnd type="none" w="med" len="med"/>
          </a:ln>
        </p:spPr>
      </p:cxnSp>
      <p:cxnSp>
        <p:nvCxnSpPr>
          <p:cNvPr id="428" name="Google Shape;428;p61"/>
          <p:cNvCxnSpPr/>
          <p:nvPr/>
        </p:nvCxnSpPr>
        <p:spPr>
          <a:xfrm>
            <a:off x="283850" y="522691"/>
            <a:ext cx="8573100" cy="0"/>
          </a:xfrm>
          <a:prstGeom prst="straightConnector1">
            <a:avLst/>
          </a:prstGeom>
          <a:noFill/>
          <a:ln w="9525" cap="flat" cmpd="sng">
            <a:solidFill>
              <a:schemeClr val="dk1"/>
            </a:solidFill>
            <a:prstDash val="solid"/>
            <a:round/>
            <a:headEnd type="none" w="med" len="med"/>
            <a:tailEnd type="none" w="med" len="med"/>
          </a:ln>
        </p:spPr>
      </p:cxnSp>
      <p:cxnSp>
        <p:nvCxnSpPr>
          <p:cNvPr id="429" name="Google Shape;429;p61"/>
          <p:cNvCxnSpPr/>
          <p:nvPr/>
        </p:nvCxnSpPr>
        <p:spPr>
          <a:xfrm>
            <a:off x="283850" y="2595717"/>
            <a:ext cx="8573100" cy="0"/>
          </a:xfrm>
          <a:prstGeom prst="straightConnector1">
            <a:avLst/>
          </a:prstGeom>
          <a:noFill/>
          <a:ln w="9525" cap="flat" cmpd="sng">
            <a:solidFill>
              <a:schemeClr val="dk1"/>
            </a:solidFill>
            <a:prstDash val="solid"/>
            <a:round/>
            <a:headEnd type="none" w="med" len="med"/>
            <a:tailEnd type="none" w="med" len="med"/>
          </a:ln>
        </p:spPr>
      </p:cxnSp>
      <p:cxnSp>
        <p:nvCxnSpPr>
          <p:cNvPr id="430" name="Google Shape;430;p61"/>
          <p:cNvCxnSpPr/>
          <p:nvPr/>
        </p:nvCxnSpPr>
        <p:spPr>
          <a:xfrm>
            <a:off x="283850" y="1904708"/>
            <a:ext cx="8573100" cy="0"/>
          </a:xfrm>
          <a:prstGeom prst="straightConnector1">
            <a:avLst/>
          </a:prstGeom>
          <a:noFill/>
          <a:ln w="9525" cap="flat" cmpd="sng">
            <a:solidFill>
              <a:schemeClr val="dk1"/>
            </a:solidFill>
            <a:prstDash val="solid"/>
            <a:round/>
            <a:headEnd type="none" w="med" len="med"/>
            <a:tailEnd type="none" w="med" len="med"/>
          </a:ln>
        </p:spPr>
      </p:cxnSp>
      <p:sp>
        <p:nvSpPr>
          <p:cNvPr id="431" name="Google Shape;431;p61"/>
          <p:cNvSpPr/>
          <p:nvPr/>
        </p:nvSpPr>
        <p:spPr>
          <a:xfrm>
            <a:off x="283884" y="1318415"/>
            <a:ext cx="544800" cy="481800"/>
          </a:xfrm>
          <a:prstGeom prst="ellipse">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1800" dirty="0">
                <a:solidFill>
                  <a:schemeClr val="bg1"/>
                </a:solidFill>
                <a:latin typeface="Inter"/>
                <a:ea typeface="Inter"/>
                <a:cs typeface="Inter"/>
                <a:sym typeface="Inter"/>
              </a:rPr>
              <a:t>02</a:t>
            </a:r>
            <a:endParaRPr sz="1800" dirty="0">
              <a:solidFill>
                <a:schemeClr val="bg1"/>
              </a:solidFill>
              <a:latin typeface="Inter"/>
              <a:ea typeface="Inter"/>
              <a:cs typeface="Inter"/>
              <a:sym typeface="Inter"/>
            </a:endParaRPr>
          </a:p>
        </p:txBody>
      </p:sp>
      <p:sp>
        <p:nvSpPr>
          <p:cNvPr id="432" name="Google Shape;432;p61"/>
          <p:cNvSpPr/>
          <p:nvPr/>
        </p:nvSpPr>
        <p:spPr>
          <a:xfrm>
            <a:off x="283884" y="2009437"/>
            <a:ext cx="544800" cy="481800"/>
          </a:xfrm>
          <a:prstGeom prst="ellipse">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1800" dirty="0">
                <a:solidFill>
                  <a:schemeClr val="bg1"/>
                </a:solidFill>
                <a:latin typeface="Inter"/>
                <a:ea typeface="Inter"/>
                <a:cs typeface="Inter"/>
                <a:sym typeface="Inter"/>
              </a:rPr>
              <a:t>03</a:t>
            </a:r>
            <a:endParaRPr sz="1800" dirty="0">
              <a:solidFill>
                <a:schemeClr val="bg1"/>
              </a:solidFill>
              <a:latin typeface="Inter"/>
              <a:ea typeface="Inter"/>
              <a:cs typeface="Inter"/>
              <a:sym typeface="Inter"/>
            </a:endParaRPr>
          </a:p>
        </p:txBody>
      </p:sp>
      <p:sp>
        <p:nvSpPr>
          <p:cNvPr id="433" name="Google Shape;433;p61"/>
          <p:cNvSpPr/>
          <p:nvPr/>
        </p:nvSpPr>
        <p:spPr>
          <a:xfrm>
            <a:off x="283884" y="2700437"/>
            <a:ext cx="544800" cy="481800"/>
          </a:xfrm>
          <a:prstGeom prst="ellipse">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1800" dirty="0">
                <a:solidFill>
                  <a:schemeClr val="bg1"/>
                </a:solidFill>
                <a:latin typeface="Inter"/>
                <a:ea typeface="Inter"/>
                <a:cs typeface="Inter"/>
                <a:sym typeface="Inter"/>
              </a:rPr>
              <a:t>04</a:t>
            </a:r>
            <a:endParaRPr sz="1800" dirty="0">
              <a:solidFill>
                <a:schemeClr val="bg1"/>
              </a:solidFill>
              <a:latin typeface="Inter"/>
              <a:ea typeface="Inter"/>
              <a:cs typeface="Inter"/>
              <a:sym typeface="Inter"/>
            </a:endParaRPr>
          </a:p>
        </p:txBody>
      </p:sp>
      <p:sp>
        <p:nvSpPr>
          <p:cNvPr id="434" name="Google Shape;434;p61"/>
          <p:cNvSpPr txBox="1">
            <a:spLocks noGrp="1"/>
          </p:cNvSpPr>
          <p:nvPr>
            <p:ph type="title"/>
          </p:nvPr>
        </p:nvSpPr>
        <p:spPr>
          <a:xfrm>
            <a:off x="283850" y="285900"/>
            <a:ext cx="4227600" cy="215400"/>
          </a:xfrm>
          <a:prstGeom prst="rect">
            <a:avLst/>
          </a:prstGeom>
          <a:ln>
            <a:noFill/>
          </a:ln>
        </p:spPr>
        <p:txBody>
          <a:bodyPr spcFirstLastPara="1" wrap="square" lIns="0" tIns="0" rIns="0" bIns="0" anchor="t" anchorCtr="0">
            <a:spAutoFit/>
          </a:bodyPr>
          <a:lstStyle/>
          <a:p>
            <a:pPr marL="0" lvl="0" indent="0" algn="l" rtl="0">
              <a:spcBef>
                <a:spcPts val="0"/>
              </a:spcBef>
              <a:spcAft>
                <a:spcPts val="0"/>
              </a:spcAft>
              <a:buNone/>
            </a:pPr>
            <a:r>
              <a:rPr lang="en" sz="2000" b="1">
                <a:solidFill>
                  <a:srgbClr val="F1C232"/>
                </a:solidFill>
              </a:rPr>
              <a:t>Contents</a:t>
            </a:r>
            <a:endParaRPr sz="2000" b="1">
              <a:solidFill>
                <a:srgbClr val="F1C232"/>
              </a:solidFill>
            </a:endParaRPr>
          </a:p>
        </p:txBody>
      </p:sp>
      <p:sp>
        <p:nvSpPr>
          <p:cNvPr id="435" name="Google Shape;435;p61"/>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fld id="{00000000-1234-1234-1234-123412341234}" type="slidenum">
              <a:rPr lang="en"/>
              <a:t>2</a:t>
            </a:fld>
            <a:endParaRPr/>
          </a:p>
        </p:txBody>
      </p:sp>
      <p:sp>
        <p:nvSpPr>
          <p:cNvPr id="436" name="Google Shape;436;p61"/>
          <p:cNvSpPr txBox="1">
            <a:spLocks noGrp="1"/>
          </p:cNvSpPr>
          <p:nvPr>
            <p:ph type="subTitle" idx="1"/>
          </p:nvPr>
        </p:nvSpPr>
        <p:spPr>
          <a:xfrm>
            <a:off x="1125100" y="1220810"/>
            <a:ext cx="5559300" cy="6840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The Problem</a:t>
            </a:r>
            <a:endParaRPr/>
          </a:p>
        </p:txBody>
      </p:sp>
      <p:sp>
        <p:nvSpPr>
          <p:cNvPr id="437" name="Google Shape;437;p61"/>
          <p:cNvSpPr txBox="1">
            <a:spLocks noGrp="1"/>
          </p:cNvSpPr>
          <p:nvPr>
            <p:ph type="subTitle" idx="5"/>
          </p:nvPr>
        </p:nvSpPr>
        <p:spPr>
          <a:xfrm>
            <a:off x="1125100" y="522700"/>
            <a:ext cx="7035000" cy="6840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Introduction &amp; Background</a:t>
            </a:r>
            <a:endParaRPr/>
          </a:p>
        </p:txBody>
      </p:sp>
      <p:sp>
        <p:nvSpPr>
          <p:cNvPr id="438" name="Google Shape;438;p61"/>
          <p:cNvSpPr txBox="1">
            <a:spLocks noGrp="1"/>
          </p:cNvSpPr>
          <p:nvPr>
            <p:ph type="subTitle" idx="7"/>
          </p:nvPr>
        </p:nvSpPr>
        <p:spPr>
          <a:xfrm>
            <a:off x="1125100" y="1908275"/>
            <a:ext cx="5559300" cy="6840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The Solution</a:t>
            </a:r>
            <a:endParaRPr/>
          </a:p>
        </p:txBody>
      </p:sp>
      <p:sp>
        <p:nvSpPr>
          <p:cNvPr id="439" name="Google Shape;439;p61"/>
          <p:cNvSpPr txBox="1">
            <a:spLocks noGrp="1"/>
          </p:cNvSpPr>
          <p:nvPr>
            <p:ph type="subTitle" idx="9"/>
          </p:nvPr>
        </p:nvSpPr>
        <p:spPr>
          <a:xfrm>
            <a:off x="1125100" y="2597500"/>
            <a:ext cx="7735200" cy="6840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Methodology</a:t>
            </a:r>
            <a:endParaRPr/>
          </a:p>
        </p:txBody>
      </p:sp>
      <p:cxnSp>
        <p:nvCxnSpPr>
          <p:cNvPr id="440" name="Google Shape;440;p61"/>
          <p:cNvCxnSpPr/>
          <p:nvPr/>
        </p:nvCxnSpPr>
        <p:spPr>
          <a:xfrm>
            <a:off x="283850" y="3286725"/>
            <a:ext cx="8573100" cy="0"/>
          </a:xfrm>
          <a:prstGeom prst="straightConnector1">
            <a:avLst/>
          </a:prstGeom>
          <a:noFill/>
          <a:ln w="9525" cap="flat" cmpd="sng">
            <a:solidFill>
              <a:schemeClr val="dk1"/>
            </a:solidFill>
            <a:prstDash val="solid"/>
            <a:round/>
            <a:headEnd type="none" w="med" len="med"/>
            <a:tailEnd type="none" w="med" len="med"/>
          </a:ln>
        </p:spPr>
      </p:cxnSp>
      <p:cxnSp>
        <p:nvCxnSpPr>
          <p:cNvPr id="441" name="Google Shape;441;p61"/>
          <p:cNvCxnSpPr/>
          <p:nvPr/>
        </p:nvCxnSpPr>
        <p:spPr>
          <a:xfrm>
            <a:off x="287047" y="3973711"/>
            <a:ext cx="8573100" cy="0"/>
          </a:xfrm>
          <a:prstGeom prst="straightConnector1">
            <a:avLst/>
          </a:prstGeom>
          <a:noFill/>
          <a:ln w="9525" cap="flat" cmpd="sng">
            <a:solidFill>
              <a:schemeClr val="dk1"/>
            </a:solidFill>
            <a:prstDash val="solid"/>
            <a:round/>
            <a:headEnd type="none" w="med" len="med"/>
            <a:tailEnd type="none" w="med" len="med"/>
          </a:ln>
        </p:spPr>
      </p:cxnSp>
      <p:sp>
        <p:nvSpPr>
          <p:cNvPr id="442" name="Google Shape;442;p61"/>
          <p:cNvSpPr/>
          <p:nvPr/>
        </p:nvSpPr>
        <p:spPr>
          <a:xfrm>
            <a:off x="287082" y="3387431"/>
            <a:ext cx="544800" cy="481800"/>
          </a:xfrm>
          <a:prstGeom prst="ellipse">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1800" dirty="0">
                <a:solidFill>
                  <a:schemeClr val="bg1"/>
                </a:solidFill>
                <a:latin typeface="Inter"/>
                <a:ea typeface="Inter"/>
                <a:cs typeface="Inter"/>
                <a:sym typeface="Inter"/>
              </a:rPr>
              <a:t>05</a:t>
            </a:r>
            <a:endParaRPr sz="1800" dirty="0">
              <a:solidFill>
                <a:schemeClr val="bg1"/>
              </a:solidFill>
              <a:latin typeface="Inter"/>
              <a:ea typeface="Inter"/>
              <a:cs typeface="Inter"/>
              <a:sym typeface="Inter"/>
            </a:endParaRPr>
          </a:p>
        </p:txBody>
      </p:sp>
      <p:sp>
        <p:nvSpPr>
          <p:cNvPr id="443" name="Google Shape;443;p61"/>
          <p:cNvSpPr/>
          <p:nvPr/>
        </p:nvSpPr>
        <p:spPr>
          <a:xfrm>
            <a:off x="287082" y="4078432"/>
            <a:ext cx="544800" cy="481800"/>
          </a:xfrm>
          <a:prstGeom prst="ellipse">
            <a:avLst/>
          </a:prstGeom>
          <a:solidFill>
            <a:schemeClr val="accent1"/>
          </a:solidFill>
          <a:ln>
            <a:noFill/>
          </a:ln>
        </p:spPr>
        <p:txBody>
          <a:bodyPr spcFirstLastPara="1" wrap="square" lIns="0" tIns="0" rIns="0" bIns="0" anchor="ctr" anchorCtr="0">
            <a:noAutofit/>
          </a:bodyPr>
          <a:lstStyle/>
          <a:p>
            <a:pPr marL="0" lvl="0" indent="0" algn="ctr" rtl="0">
              <a:spcBef>
                <a:spcPts val="0"/>
              </a:spcBef>
              <a:spcAft>
                <a:spcPts val="0"/>
              </a:spcAft>
              <a:buNone/>
            </a:pPr>
            <a:r>
              <a:rPr lang="en" sz="1800" dirty="0">
                <a:solidFill>
                  <a:schemeClr val="bg1"/>
                </a:solidFill>
                <a:latin typeface="Inter"/>
                <a:ea typeface="Inter"/>
                <a:cs typeface="Inter"/>
                <a:sym typeface="Inter"/>
              </a:rPr>
              <a:t>06</a:t>
            </a:r>
            <a:endParaRPr sz="1800" dirty="0">
              <a:solidFill>
                <a:schemeClr val="bg1"/>
              </a:solidFill>
              <a:latin typeface="Inter"/>
              <a:ea typeface="Inter"/>
              <a:cs typeface="Inter"/>
              <a:sym typeface="Inter"/>
            </a:endParaRPr>
          </a:p>
        </p:txBody>
      </p:sp>
      <p:sp>
        <p:nvSpPr>
          <p:cNvPr id="444" name="Google Shape;444;p61"/>
          <p:cNvSpPr txBox="1">
            <a:spLocks noGrp="1"/>
          </p:cNvSpPr>
          <p:nvPr>
            <p:ph type="subTitle" idx="7"/>
          </p:nvPr>
        </p:nvSpPr>
        <p:spPr>
          <a:xfrm>
            <a:off x="1128301" y="3286275"/>
            <a:ext cx="7735200" cy="6840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Results and Analysis</a:t>
            </a:r>
            <a:endParaRPr/>
          </a:p>
        </p:txBody>
      </p:sp>
      <p:sp>
        <p:nvSpPr>
          <p:cNvPr id="445" name="Google Shape;445;p61"/>
          <p:cNvSpPr txBox="1">
            <a:spLocks noGrp="1"/>
          </p:cNvSpPr>
          <p:nvPr>
            <p:ph type="subTitle" idx="9"/>
          </p:nvPr>
        </p:nvSpPr>
        <p:spPr>
          <a:xfrm>
            <a:off x="1128301" y="3975500"/>
            <a:ext cx="6812700" cy="6840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Limitations and Next Steps</a:t>
            </a:r>
            <a:endParaRPr/>
          </a:p>
        </p:txBody>
      </p:sp>
      <p:cxnSp>
        <p:nvCxnSpPr>
          <p:cNvPr id="446" name="Google Shape;446;p61"/>
          <p:cNvCxnSpPr/>
          <p:nvPr/>
        </p:nvCxnSpPr>
        <p:spPr>
          <a:xfrm>
            <a:off x="287047" y="4664719"/>
            <a:ext cx="85731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62"/>
          <p:cNvSpPr txBox="1">
            <a:spLocks noGrp="1"/>
          </p:cNvSpPr>
          <p:nvPr>
            <p:ph type="title"/>
          </p:nvPr>
        </p:nvSpPr>
        <p:spPr>
          <a:xfrm>
            <a:off x="283850" y="285900"/>
            <a:ext cx="4227600" cy="2154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000" b="1">
                <a:solidFill>
                  <a:srgbClr val="F1C232"/>
                </a:solidFill>
              </a:rPr>
              <a:t>Introduction &amp; Background</a:t>
            </a:r>
            <a:endParaRPr sz="2000" b="1">
              <a:solidFill>
                <a:srgbClr val="F1C232"/>
              </a:solidFill>
            </a:endParaRPr>
          </a:p>
        </p:txBody>
      </p:sp>
      <p:sp>
        <p:nvSpPr>
          <p:cNvPr id="452" name="Google Shape;452;p62"/>
          <p:cNvSpPr txBox="1">
            <a:spLocks noGrp="1"/>
          </p:cNvSpPr>
          <p:nvPr>
            <p:ph type="subTitle" idx="1"/>
          </p:nvPr>
        </p:nvSpPr>
        <p:spPr>
          <a:xfrm>
            <a:off x="417000" y="2019176"/>
            <a:ext cx="4781700" cy="77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Canada’s Oil Deposits</a:t>
            </a:r>
            <a:endParaRPr/>
          </a:p>
        </p:txBody>
      </p:sp>
      <p:sp>
        <p:nvSpPr>
          <p:cNvPr id="453" name="Google Shape;453;p62"/>
          <p:cNvSpPr txBox="1">
            <a:spLocks noGrp="1"/>
          </p:cNvSpPr>
          <p:nvPr>
            <p:ph type="subTitle" idx="4"/>
          </p:nvPr>
        </p:nvSpPr>
        <p:spPr>
          <a:xfrm flipH="1">
            <a:off x="6801950" y="2019163"/>
            <a:ext cx="2055000" cy="7737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r>
              <a:rPr lang="en"/>
              <a:t>Heavy Crude Oil</a:t>
            </a:r>
            <a:endParaRPr/>
          </a:p>
          <a:p>
            <a:pPr marL="0" lvl="0" indent="0" algn="r" rtl="0">
              <a:spcBef>
                <a:spcPts val="0"/>
              </a:spcBef>
              <a:spcAft>
                <a:spcPts val="0"/>
              </a:spcAft>
              <a:buNone/>
            </a:pPr>
            <a:endParaRPr/>
          </a:p>
          <a:p>
            <a:pPr marL="0" lvl="0" indent="0" algn="r" rtl="0">
              <a:spcBef>
                <a:spcPts val="0"/>
              </a:spcBef>
              <a:spcAft>
                <a:spcPts val="0"/>
              </a:spcAft>
              <a:buNone/>
            </a:pPr>
            <a:r>
              <a:rPr lang="en"/>
              <a:t>Bitumen Oil Sands</a:t>
            </a:r>
            <a:endParaRPr/>
          </a:p>
        </p:txBody>
      </p:sp>
      <p:sp>
        <p:nvSpPr>
          <p:cNvPr id="454" name="Google Shape;454;p62"/>
          <p:cNvSpPr txBox="1">
            <a:spLocks noGrp="1"/>
          </p:cNvSpPr>
          <p:nvPr>
            <p:ph type="subTitle" idx="5"/>
          </p:nvPr>
        </p:nvSpPr>
        <p:spPr>
          <a:xfrm>
            <a:off x="391350" y="982238"/>
            <a:ext cx="4833000" cy="77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3300"/>
              <a:t>Global Crude Oil Market</a:t>
            </a:r>
            <a:endParaRPr sz="3300"/>
          </a:p>
        </p:txBody>
      </p:sp>
      <p:sp>
        <p:nvSpPr>
          <p:cNvPr id="455" name="Google Shape;455;p62"/>
          <p:cNvSpPr txBox="1">
            <a:spLocks noGrp="1"/>
          </p:cNvSpPr>
          <p:nvPr>
            <p:ph type="subTitle" idx="6"/>
          </p:nvPr>
        </p:nvSpPr>
        <p:spPr>
          <a:xfrm flipH="1">
            <a:off x="6102200" y="982238"/>
            <a:ext cx="2770800" cy="7737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r>
              <a:rPr lang="en"/>
              <a:t>API Gravity (Light vs. Heavy)</a:t>
            </a:r>
            <a:endParaRPr/>
          </a:p>
          <a:p>
            <a:pPr marL="0" lvl="0" indent="0" algn="r" rtl="0">
              <a:spcBef>
                <a:spcPts val="0"/>
              </a:spcBef>
              <a:spcAft>
                <a:spcPts val="0"/>
              </a:spcAft>
              <a:buNone/>
            </a:pPr>
            <a:endParaRPr/>
          </a:p>
          <a:p>
            <a:pPr marL="0" lvl="0" indent="0" algn="r" rtl="0">
              <a:spcBef>
                <a:spcPts val="0"/>
              </a:spcBef>
              <a:spcAft>
                <a:spcPts val="0"/>
              </a:spcAft>
              <a:buNone/>
            </a:pPr>
            <a:r>
              <a:rPr lang="en"/>
              <a:t>Sulfur Content (Sweet vs. Sour)</a:t>
            </a:r>
            <a:endParaRPr/>
          </a:p>
        </p:txBody>
      </p:sp>
      <p:sp>
        <p:nvSpPr>
          <p:cNvPr id="456" name="Google Shape;456;p62"/>
          <p:cNvSpPr txBox="1">
            <a:spLocks noGrp="1"/>
          </p:cNvSpPr>
          <p:nvPr>
            <p:ph type="subTitle" idx="7"/>
          </p:nvPr>
        </p:nvSpPr>
        <p:spPr>
          <a:xfrm>
            <a:off x="432100" y="3034075"/>
            <a:ext cx="4833000" cy="77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Heavy Crude Oil Uses</a:t>
            </a:r>
            <a:endParaRPr/>
          </a:p>
        </p:txBody>
      </p:sp>
      <p:sp>
        <p:nvSpPr>
          <p:cNvPr id="457" name="Google Shape;457;p62"/>
          <p:cNvSpPr txBox="1">
            <a:spLocks noGrp="1"/>
          </p:cNvSpPr>
          <p:nvPr>
            <p:ph type="subTitle" idx="8"/>
          </p:nvPr>
        </p:nvSpPr>
        <p:spPr>
          <a:xfrm flipH="1">
            <a:off x="6801950" y="3034088"/>
            <a:ext cx="2055000" cy="7737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r>
              <a:rPr lang="en"/>
              <a:t>Marine Fuel</a:t>
            </a:r>
            <a:endParaRPr/>
          </a:p>
          <a:p>
            <a:pPr marL="0" lvl="0" indent="0" algn="r" rtl="0">
              <a:spcBef>
                <a:spcPts val="0"/>
              </a:spcBef>
              <a:spcAft>
                <a:spcPts val="0"/>
              </a:spcAft>
              <a:buNone/>
            </a:pPr>
            <a:endParaRPr/>
          </a:p>
          <a:p>
            <a:pPr marL="0" lvl="0" indent="0" algn="r" rtl="0">
              <a:spcBef>
                <a:spcPts val="0"/>
              </a:spcBef>
              <a:spcAft>
                <a:spcPts val="0"/>
              </a:spcAft>
              <a:buNone/>
            </a:pPr>
            <a:r>
              <a:rPr lang="en"/>
              <a:t>Bunker Oil</a:t>
            </a:r>
            <a:endParaRPr/>
          </a:p>
          <a:p>
            <a:pPr marL="0" lvl="0" indent="0" algn="r" rtl="0">
              <a:spcBef>
                <a:spcPts val="0"/>
              </a:spcBef>
              <a:spcAft>
                <a:spcPts val="0"/>
              </a:spcAft>
              <a:buNone/>
            </a:pPr>
            <a:endParaRPr/>
          </a:p>
          <a:p>
            <a:pPr marL="0" lvl="0" indent="0" algn="r" rtl="0">
              <a:spcBef>
                <a:spcPts val="0"/>
              </a:spcBef>
              <a:spcAft>
                <a:spcPts val="0"/>
              </a:spcAft>
              <a:buNone/>
            </a:pPr>
            <a:r>
              <a:rPr lang="en"/>
              <a:t>Heavy Distillates</a:t>
            </a:r>
            <a:endParaRPr/>
          </a:p>
        </p:txBody>
      </p:sp>
      <p:sp>
        <p:nvSpPr>
          <p:cNvPr id="458" name="Google Shape;458;p62"/>
          <p:cNvSpPr txBox="1">
            <a:spLocks noGrp="1"/>
          </p:cNvSpPr>
          <p:nvPr>
            <p:ph type="subTitle" idx="9"/>
          </p:nvPr>
        </p:nvSpPr>
        <p:spPr>
          <a:xfrm>
            <a:off x="417000" y="4019738"/>
            <a:ext cx="4079400" cy="77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Production Risks</a:t>
            </a:r>
            <a:endParaRPr/>
          </a:p>
        </p:txBody>
      </p:sp>
      <p:sp>
        <p:nvSpPr>
          <p:cNvPr id="459" name="Google Shape;459;p62"/>
          <p:cNvSpPr txBox="1">
            <a:spLocks noGrp="1"/>
          </p:cNvSpPr>
          <p:nvPr>
            <p:ph type="subTitle" idx="13"/>
          </p:nvPr>
        </p:nvSpPr>
        <p:spPr>
          <a:xfrm flipH="1">
            <a:off x="6363500" y="4008076"/>
            <a:ext cx="2509500" cy="8502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r>
              <a:rPr lang="en"/>
              <a:t>More expensive and complex to refine</a:t>
            </a:r>
            <a:endParaRPr/>
          </a:p>
          <a:p>
            <a:pPr marL="0" lvl="0" indent="0" algn="r" rtl="0">
              <a:spcBef>
                <a:spcPts val="0"/>
              </a:spcBef>
              <a:spcAft>
                <a:spcPts val="0"/>
              </a:spcAft>
              <a:buNone/>
            </a:pPr>
            <a:endParaRPr/>
          </a:p>
          <a:p>
            <a:pPr marL="0" lvl="0" indent="0" algn="r" rtl="0">
              <a:spcBef>
                <a:spcPts val="0"/>
              </a:spcBef>
              <a:spcAft>
                <a:spcPts val="0"/>
              </a:spcAft>
              <a:buNone/>
            </a:pPr>
            <a:r>
              <a:rPr lang="en"/>
              <a:t>Geopolitical Disruptions (Wars, Sanctions)</a:t>
            </a:r>
            <a:endParaRPr/>
          </a:p>
        </p:txBody>
      </p:sp>
      <p:sp>
        <p:nvSpPr>
          <p:cNvPr id="460" name="Google Shape;460;p62"/>
          <p:cNvSpPr/>
          <p:nvPr/>
        </p:nvSpPr>
        <p:spPr>
          <a:xfrm>
            <a:off x="5442701" y="4264960"/>
            <a:ext cx="548688" cy="259911"/>
          </a:xfrm>
          <a:custGeom>
            <a:avLst/>
            <a:gdLst/>
            <a:ahLst/>
            <a:cxnLst/>
            <a:rect l="l" t="t" r="r" b="b"/>
            <a:pathLst>
              <a:path w="47712" h="22601" extrusionOk="0">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nter"/>
              <a:ea typeface="Inter"/>
              <a:cs typeface="Inter"/>
              <a:sym typeface="Inter"/>
            </a:endParaRPr>
          </a:p>
        </p:txBody>
      </p:sp>
      <p:sp>
        <p:nvSpPr>
          <p:cNvPr id="461" name="Google Shape;461;p62"/>
          <p:cNvSpPr/>
          <p:nvPr/>
        </p:nvSpPr>
        <p:spPr>
          <a:xfrm>
            <a:off x="5442701" y="3263010"/>
            <a:ext cx="548688" cy="259911"/>
          </a:xfrm>
          <a:custGeom>
            <a:avLst/>
            <a:gdLst/>
            <a:ahLst/>
            <a:cxnLst/>
            <a:rect l="l" t="t" r="r" b="b"/>
            <a:pathLst>
              <a:path w="47712" h="22601" extrusionOk="0">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nter"/>
              <a:ea typeface="Inter"/>
              <a:cs typeface="Inter"/>
              <a:sym typeface="Inter"/>
            </a:endParaRPr>
          </a:p>
        </p:txBody>
      </p:sp>
      <p:sp>
        <p:nvSpPr>
          <p:cNvPr id="462" name="Google Shape;462;p62"/>
          <p:cNvSpPr/>
          <p:nvPr/>
        </p:nvSpPr>
        <p:spPr>
          <a:xfrm>
            <a:off x="5442701" y="2244022"/>
            <a:ext cx="548688" cy="259912"/>
          </a:xfrm>
          <a:custGeom>
            <a:avLst/>
            <a:gdLst/>
            <a:ahLst/>
            <a:cxnLst/>
            <a:rect l="l" t="t" r="r" b="b"/>
            <a:pathLst>
              <a:path w="47712" h="22601" extrusionOk="0">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nter"/>
              <a:ea typeface="Inter"/>
              <a:cs typeface="Inter"/>
              <a:sym typeface="Inter"/>
            </a:endParaRPr>
          </a:p>
        </p:txBody>
      </p:sp>
      <p:sp>
        <p:nvSpPr>
          <p:cNvPr id="463" name="Google Shape;463;p62"/>
          <p:cNvSpPr/>
          <p:nvPr/>
        </p:nvSpPr>
        <p:spPr>
          <a:xfrm>
            <a:off x="5409301" y="1239135"/>
            <a:ext cx="548688" cy="259912"/>
          </a:xfrm>
          <a:custGeom>
            <a:avLst/>
            <a:gdLst/>
            <a:ahLst/>
            <a:cxnLst/>
            <a:rect l="l" t="t" r="r" b="b"/>
            <a:pathLst>
              <a:path w="47712" h="22601" extrusionOk="0">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nter"/>
              <a:ea typeface="Inter"/>
              <a:cs typeface="Inter"/>
              <a:sym typeface="Inter"/>
            </a:endParaRPr>
          </a:p>
        </p:txBody>
      </p:sp>
      <p:cxnSp>
        <p:nvCxnSpPr>
          <p:cNvPr id="464" name="Google Shape;464;p62"/>
          <p:cNvCxnSpPr/>
          <p:nvPr/>
        </p:nvCxnSpPr>
        <p:spPr>
          <a:xfrm rot="10800000">
            <a:off x="0" y="903478"/>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465" name="Google Shape;465;p62"/>
          <p:cNvCxnSpPr/>
          <p:nvPr/>
        </p:nvCxnSpPr>
        <p:spPr>
          <a:xfrm rot="10800000">
            <a:off x="0" y="1834691"/>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466" name="Google Shape;466;p62"/>
          <p:cNvCxnSpPr/>
          <p:nvPr/>
        </p:nvCxnSpPr>
        <p:spPr>
          <a:xfrm rot="10800000">
            <a:off x="0" y="1921778"/>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467" name="Google Shape;467;p62"/>
          <p:cNvCxnSpPr/>
          <p:nvPr/>
        </p:nvCxnSpPr>
        <p:spPr>
          <a:xfrm rot="10800000">
            <a:off x="0" y="2890278"/>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468" name="Google Shape;468;p62"/>
          <p:cNvCxnSpPr/>
          <p:nvPr/>
        </p:nvCxnSpPr>
        <p:spPr>
          <a:xfrm rot="10800000">
            <a:off x="0" y="2969191"/>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469" name="Google Shape;469;p62"/>
          <p:cNvCxnSpPr/>
          <p:nvPr/>
        </p:nvCxnSpPr>
        <p:spPr>
          <a:xfrm rot="10800000">
            <a:off x="0" y="3872666"/>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470" name="Google Shape;470;p62"/>
          <p:cNvCxnSpPr/>
          <p:nvPr/>
        </p:nvCxnSpPr>
        <p:spPr>
          <a:xfrm rot="10800000">
            <a:off x="0" y="3954916"/>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471" name="Google Shape;471;p62"/>
          <p:cNvCxnSpPr/>
          <p:nvPr/>
        </p:nvCxnSpPr>
        <p:spPr>
          <a:xfrm rot="10800000">
            <a:off x="0" y="4858266"/>
            <a:ext cx="91440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cxnSp>
        <p:nvCxnSpPr>
          <p:cNvPr id="476" name="Google Shape;476;p63"/>
          <p:cNvCxnSpPr/>
          <p:nvPr/>
        </p:nvCxnSpPr>
        <p:spPr>
          <a:xfrm rot="10800000">
            <a:off x="-50" y="667516"/>
            <a:ext cx="9144000" cy="0"/>
          </a:xfrm>
          <a:prstGeom prst="straightConnector1">
            <a:avLst/>
          </a:prstGeom>
          <a:noFill/>
          <a:ln w="9525" cap="flat" cmpd="sng">
            <a:solidFill>
              <a:schemeClr val="lt1"/>
            </a:solidFill>
            <a:prstDash val="solid"/>
            <a:round/>
            <a:headEnd type="none" w="med" len="med"/>
            <a:tailEnd type="none" w="med" len="med"/>
          </a:ln>
        </p:spPr>
      </p:cxnSp>
      <p:cxnSp>
        <p:nvCxnSpPr>
          <p:cNvPr id="477" name="Google Shape;477;p63"/>
          <p:cNvCxnSpPr/>
          <p:nvPr/>
        </p:nvCxnSpPr>
        <p:spPr>
          <a:xfrm rot="10800000">
            <a:off x="-50" y="1751716"/>
            <a:ext cx="9144000" cy="0"/>
          </a:xfrm>
          <a:prstGeom prst="straightConnector1">
            <a:avLst/>
          </a:prstGeom>
          <a:noFill/>
          <a:ln w="9525" cap="flat" cmpd="sng">
            <a:solidFill>
              <a:schemeClr val="lt1"/>
            </a:solidFill>
            <a:prstDash val="solid"/>
            <a:round/>
            <a:headEnd type="none" w="med" len="med"/>
            <a:tailEnd type="none" w="med" len="med"/>
          </a:ln>
        </p:spPr>
      </p:cxnSp>
      <p:cxnSp>
        <p:nvCxnSpPr>
          <p:cNvPr id="478" name="Google Shape;478;p63"/>
          <p:cNvCxnSpPr/>
          <p:nvPr/>
        </p:nvCxnSpPr>
        <p:spPr>
          <a:xfrm rot="10800000">
            <a:off x="-50" y="2832416"/>
            <a:ext cx="9144000" cy="0"/>
          </a:xfrm>
          <a:prstGeom prst="straightConnector1">
            <a:avLst/>
          </a:prstGeom>
          <a:noFill/>
          <a:ln w="9525" cap="flat" cmpd="sng">
            <a:solidFill>
              <a:schemeClr val="lt1"/>
            </a:solidFill>
            <a:prstDash val="solid"/>
            <a:round/>
            <a:headEnd type="none" w="med" len="med"/>
            <a:tailEnd type="none" w="med" len="med"/>
          </a:ln>
        </p:spPr>
      </p:cxnSp>
      <p:cxnSp>
        <p:nvCxnSpPr>
          <p:cNvPr id="479" name="Google Shape;479;p63"/>
          <p:cNvCxnSpPr/>
          <p:nvPr/>
        </p:nvCxnSpPr>
        <p:spPr>
          <a:xfrm rot="10800000">
            <a:off x="-50" y="2721991"/>
            <a:ext cx="9144000" cy="0"/>
          </a:xfrm>
          <a:prstGeom prst="straightConnector1">
            <a:avLst/>
          </a:prstGeom>
          <a:noFill/>
          <a:ln w="9525" cap="flat" cmpd="sng">
            <a:solidFill>
              <a:schemeClr val="lt1"/>
            </a:solidFill>
            <a:prstDash val="solid"/>
            <a:round/>
            <a:headEnd type="none" w="med" len="med"/>
            <a:tailEnd type="none" w="med" len="med"/>
          </a:ln>
        </p:spPr>
      </p:cxnSp>
      <p:cxnSp>
        <p:nvCxnSpPr>
          <p:cNvPr id="480" name="Google Shape;480;p63"/>
          <p:cNvCxnSpPr/>
          <p:nvPr/>
        </p:nvCxnSpPr>
        <p:spPr>
          <a:xfrm rot="10800000">
            <a:off x="-50" y="1641291"/>
            <a:ext cx="9144000" cy="0"/>
          </a:xfrm>
          <a:prstGeom prst="straightConnector1">
            <a:avLst/>
          </a:prstGeom>
          <a:noFill/>
          <a:ln w="9525" cap="flat" cmpd="sng">
            <a:solidFill>
              <a:schemeClr val="lt1"/>
            </a:solidFill>
            <a:prstDash val="solid"/>
            <a:round/>
            <a:headEnd type="none" w="med" len="med"/>
            <a:tailEnd type="none" w="med" len="med"/>
          </a:ln>
        </p:spPr>
      </p:cxnSp>
      <p:sp>
        <p:nvSpPr>
          <p:cNvPr id="481" name="Google Shape;481;p63"/>
          <p:cNvSpPr txBox="1">
            <a:spLocks noGrp="1"/>
          </p:cNvSpPr>
          <p:nvPr>
            <p:ph type="title"/>
          </p:nvPr>
        </p:nvSpPr>
        <p:spPr>
          <a:xfrm>
            <a:off x="282000" y="132714"/>
            <a:ext cx="4114800" cy="444900"/>
          </a:xfrm>
          <a:prstGeom prst="rect">
            <a:avLst/>
          </a:prstGeom>
          <a:solidFill>
            <a:schemeClr val="lt1"/>
          </a:solidFill>
        </p:spPr>
        <p:txBody>
          <a:bodyPr spcFirstLastPara="1" wrap="square" lIns="91425" tIns="91425" rIns="91425" bIns="91425" anchor="t" anchorCtr="0">
            <a:noAutofit/>
          </a:bodyPr>
          <a:lstStyle/>
          <a:p>
            <a:pPr marL="0" lvl="0" indent="0" algn="l" rtl="0">
              <a:spcBef>
                <a:spcPts val="0"/>
              </a:spcBef>
              <a:spcAft>
                <a:spcPts val="0"/>
              </a:spcAft>
              <a:buNone/>
            </a:pPr>
            <a:r>
              <a:rPr lang="en" sz="2000" b="1">
                <a:solidFill>
                  <a:srgbClr val="F1C232"/>
                </a:solidFill>
              </a:rPr>
              <a:t>Event Scenarios for Modeling</a:t>
            </a:r>
            <a:endParaRPr sz="2000" b="1">
              <a:solidFill>
                <a:srgbClr val="F1C232"/>
              </a:solidFill>
            </a:endParaRPr>
          </a:p>
        </p:txBody>
      </p:sp>
      <p:sp>
        <p:nvSpPr>
          <p:cNvPr id="482" name="Google Shape;482;p63"/>
          <p:cNvSpPr txBox="1">
            <a:spLocks noGrp="1"/>
          </p:cNvSpPr>
          <p:nvPr>
            <p:ph type="subTitle" idx="6"/>
          </p:nvPr>
        </p:nvSpPr>
        <p:spPr>
          <a:xfrm>
            <a:off x="399750" y="785787"/>
            <a:ext cx="4572000" cy="869700"/>
          </a:xfrm>
          <a:prstGeom prst="rect">
            <a:avLst/>
          </a:prstGeom>
        </p:spPr>
        <p:txBody>
          <a:bodyPr spcFirstLastPara="1" wrap="square" lIns="0" tIns="0" rIns="0" bIns="0" anchor="ctr" anchorCtr="0">
            <a:normAutofit/>
          </a:bodyPr>
          <a:lstStyle/>
          <a:p>
            <a:pPr marL="0" lvl="0" indent="0" algn="l" rtl="0">
              <a:lnSpc>
                <a:spcPct val="60000"/>
              </a:lnSpc>
              <a:spcBef>
                <a:spcPts val="0"/>
              </a:spcBef>
              <a:spcAft>
                <a:spcPts val="0"/>
              </a:spcAft>
              <a:buNone/>
            </a:pPr>
            <a:r>
              <a:rPr lang="en" sz="2500" dirty="0">
                <a:solidFill>
                  <a:schemeClr val="accent1"/>
                </a:solidFill>
                <a:latin typeface="Arial"/>
                <a:ea typeface="Arial"/>
                <a:cs typeface="Arial"/>
                <a:sym typeface="Arial"/>
              </a:rPr>
              <a:t>✔ </a:t>
            </a:r>
            <a:r>
              <a:rPr lang="en" sz="2500" dirty="0"/>
              <a:t>Geopolitical Conflicts</a:t>
            </a:r>
            <a:endParaRPr sz="2500" dirty="0"/>
          </a:p>
        </p:txBody>
      </p:sp>
      <p:sp>
        <p:nvSpPr>
          <p:cNvPr id="483" name="Google Shape;483;p63"/>
          <p:cNvSpPr txBox="1">
            <a:spLocks noGrp="1"/>
          </p:cNvSpPr>
          <p:nvPr>
            <p:ph type="subTitle" idx="7"/>
          </p:nvPr>
        </p:nvSpPr>
        <p:spPr>
          <a:xfrm>
            <a:off x="399750" y="1761675"/>
            <a:ext cx="4572000" cy="972000"/>
          </a:xfrm>
          <a:prstGeom prst="rect">
            <a:avLst/>
          </a:prstGeom>
        </p:spPr>
        <p:txBody>
          <a:bodyPr spcFirstLastPara="1" wrap="square" lIns="0" tIns="0" rIns="0" bIns="0" anchor="ctr" anchorCtr="0">
            <a:normAutofit/>
          </a:bodyPr>
          <a:lstStyle/>
          <a:p>
            <a:pPr marL="0" lvl="0" indent="0" algn="l" rtl="0">
              <a:spcBef>
                <a:spcPts val="0"/>
              </a:spcBef>
              <a:spcAft>
                <a:spcPts val="0"/>
              </a:spcAft>
              <a:buNone/>
            </a:pPr>
            <a:r>
              <a:rPr lang="en" sz="2500" dirty="0">
                <a:solidFill>
                  <a:schemeClr val="accent1"/>
                </a:solidFill>
                <a:latin typeface="Arial"/>
                <a:ea typeface="Arial"/>
                <a:cs typeface="Arial"/>
                <a:sym typeface="Arial"/>
              </a:rPr>
              <a:t>✔ </a:t>
            </a:r>
            <a:r>
              <a:rPr lang="en" sz="2500" dirty="0"/>
              <a:t>Localized Disruptions</a:t>
            </a:r>
            <a:endParaRPr sz="2500" dirty="0">
              <a:solidFill>
                <a:schemeClr val="accent1"/>
              </a:solidFill>
              <a:latin typeface="Arial"/>
              <a:ea typeface="Arial"/>
              <a:cs typeface="Arial"/>
              <a:sym typeface="Arial"/>
            </a:endParaRPr>
          </a:p>
        </p:txBody>
      </p:sp>
      <p:sp>
        <p:nvSpPr>
          <p:cNvPr id="484" name="Google Shape;484;p63"/>
          <p:cNvSpPr txBox="1">
            <a:spLocks noGrp="1"/>
          </p:cNvSpPr>
          <p:nvPr>
            <p:ph type="subTitle" idx="8"/>
          </p:nvPr>
        </p:nvSpPr>
        <p:spPr>
          <a:xfrm>
            <a:off x="399750" y="2841811"/>
            <a:ext cx="4572000" cy="972000"/>
          </a:xfrm>
          <a:prstGeom prst="rect">
            <a:avLst/>
          </a:prstGeom>
        </p:spPr>
        <p:txBody>
          <a:bodyPr spcFirstLastPara="1" wrap="square" lIns="0" tIns="0" rIns="0" bIns="0" anchor="ctr" anchorCtr="0">
            <a:normAutofit/>
          </a:bodyPr>
          <a:lstStyle/>
          <a:p>
            <a:pPr marL="0" lvl="0" indent="0" algn="l" rtl="0">
              <a:spcBef>
                <a:spcPts val="0"/>
              </a:spcBef>
              <a:spcAft>
                <a:spcPts val="0"/>
              </a:spcAft>
              <a:buNone/>
            </a:pPr>
            <a:r>
              <a:rPr lang="en" sz="2500" dirty="0">
                <a:solidFill>
                  <a:schemeClr val="accent1"/>
                </a:solidFill>
                <a:latin typeface="Arial"/>
                <a:ea typeface="Arial"/>
                <a:cs typeface="Arial"/>
                <a:sym typeface="Arial"/>
              </a:rPr>
              <a:t>✔ </a:t>
            </a:r>
            <a:r>
              <a:rPr lang="en" sz="2500" dirty="0">
                <a:latin typeface="Arial"/>
                <a:ea typeface="Arial"/>
                <a:cs typeface="Arial"/>
                <a:sym typeface="Arial"/>
              </a:rPr>
              <a:t>Sanctions on Oil Producers</a:t>
            </a:r>
            <a:endParaRPr sz="2500" dirty="0"/>
          </a:p>
        </p:txBody>
      </p:sp>
      <p:sp>
        <p:nvSpPr>
          <p:cNvPr id="485" name="Google Shape;485;p63"/>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p>
            <a:pPr marL="0" lvl="0" indent="0" algn="r" rtl="0">
              <a:spcBef>
                <a:spcPts val="0"/>
              </a:spcBef>
              <a:spcAft>
                <a:spcPts val="0"/>
              </a:spcAft>
              <a:buNone/>
            </a:pPr>
            <a:fld id="{00000000-1234-1234-1234-123412341234}" type="slidenum">
              <a:rPr lang="en"/>
              <a:t>4</a:t>
            </a:fld>
            <a:endParaRPr/>
          </a:p>
        </p:txBody>
      </p:sp>
      <p:cxnSp>
        <p:nvCxnSpPr>
          <p:cNvPr id="486" name="Google Shape;486;p63"/>
          <p:cNvCxnSpPr/>
          <p:nvPr/>
        </p:nvCxnSpPr>
        <p:spPr>
          <a:xfrm rot="10800000">
            <a:off x="-50" y="3798116"/>
            <a:ext cx="9144000" cy="0"/>
          </a:xfrm>
          <a:prstGeom prst="straightConnector1">
            <a:avLst/>
          </a:prstGeom>
          <a:noFill/>
          <a:ln w="9525" cap="flat" cmpd="sng">
            <a:solidFill>
              <a:schemeClr val="lt1"/>
            </a:solidFill>
            <a:prstDash val="solid"/>
            <a:round/>
            <a:headEnd type="none" w="med" len="med"/>
            <a:tailEnd type="none" w="med" len="med"/>
          </a:ln>
        </p:spPr>
      </p:cxnSp>
      <p:cxnSp>
        <p:nvCxnSpPr>
          <p:cNvPr id="487" name="Google Shape;487;p63"/>
          <p:cNvCxnSpPr/>
          <p:nvPr/>
        </p:nvCxnSpPr>
        <p:spPr>
          <a:xfrm rot="10800000">
            <a:off x="-18167" y="3912004"/>
            <a:ext cx="9144000" cy="0"/>
          </a:xfrm>
          <a:prstGeom prst="straightConnector1">
            <a:avLst/>
          </a:prstGeom>
          <a:noFill/>
          <a:ln w="9525" cap="flat" cmpd="sng">
            <a:solidFill>
              <a:schemeClr val="lt1"/>
            </a:solidFill>
            <a:prstDash val="solid"/>
            <a:round/>
            <a:headEnd type="none" w="med" len="med"/>
            <a:tailEnd type="none" w="med" len="med"/>
          </a:ln>
        </p:spPr>
      </p:cxnSp>
      <p:sp>
        <p:nvSpPr>
          <p:cNvPr id="488" name="Google Shape;488;p63"/>
          <p:cNvSpPr txBox="1">
            <a:spLocks noGrp="1"/>
          </p:cNvSpPr>
          <p:nvPr>
            <p:ph type="subTitle" idx="8"/>
          </p:nvPr>
        </p:nvSpPr>
        <p:spPr>
          <a:xfrm>
            <a:off x="399747" y="3912009"/>
            <a:ext cx="4572000" cy="972000"/>
          </a:xfrm>
          <a:prstGeom prst="rect">
            <a:avLst/>
          </a:prstGeom>
        </p:spPr>
        <p:txBody>
          <a:bodyPr spcFirstLastPara="1" wrap="square" lIns="0" tIns="0" rIns="0" bIns="0" anchor="ctr" anchorCtr="0">
            <a:normAutofit/>
          </a:bodyPr>
          <a:lstStyle/>
          <a:p>
            <a:pPr marL="0" lvl="0" indent="0" algn="l" rtl="0">
              <a:spcBef>
                <a:spcPts val="0"/>
              </a:spcBef>
              <a:spcAft>
                <a:spcPts val="0"/>
              </a:spcAft>
              <a:buClr>
                <a:schemeClr val="lt1"/>
              </a:buClr>
              <a:buSzPts val="1100"/>
              <a:buFont typeface="Arial"/>
              <a:buNone/>
            </a:pPr>
            <a:endParaRPr sz="2000" dirty="0">
              <a:solidFill>
                <a:schemeClr val="accent1"/>
              </a:solidFill>
              <a:latin typeface="Arial"/>
              <a:ea typeface="Arial"/>
              <a:cs typeface="Arial"/>
              <a:sym typeface="Arial"/>
            </a:endParaRPr>
          </a:p>
          <a:p>
            <a:pPr marL="0" lvl="0" indent="0" algn="l" rtl="0">
              <a:spcBef>
                <a:spcPts val="0"/>
              </a:spcBef>
              <a:spcAft>
                <a:spcPts val="0"/>
              </a:spcAft>
              <a:buClr>
                <a:schemeClr val="lt1"/>
              </a:buClr>
              <a:buSzPts val="1100"/>
              <a:buFont typeface="Arial"/>
              <a:buNone/>
            </a:pPr>
            <a:r>
              <a:rPr lang="en" sz="2500" dirty="0">
                <a:solidFill>
                  <a:schemeClr val="accent1"/>
                </a:solidFill>
                <a:latin typeface="Arial"/>
                <a:ea typeface="Arial"/>
                <a:cs typeface="Arial"/>
                <a:sym typeface="Arial"/>
              </a:rPr>
              <a:t>✔ </a:t>
            </a:r>
            <a:r>
              <a:rPr lang="en" sz="2500" dirty="0">
                <a:latin typeface="Arial"/>
                <a:ea typeface="Arial"/>
                <a:cs typeface="Arial"/>
                <a:sym typeface="Arial"/>
              </a:rPr>
              <a:t>New Pipeline Construction</a:t>
            </a:r>
            <a:endParaRPr sz="2500" dirty="0"/>
          </a:p>
          <a:p>
            <a:pPr marL="0" lvl="0" indent="0" algn="l" rtl="0">
              <a:lnSpc>
                <a:spcPct val="70000"/>
              </a:lnSpc>
              <a:spcBef>
                <a:spcPts val="0"/>
              </a:spcBef>
              <a:spcAft>
                <a:spcPts val="0"/>
              </a:spcAft>
              <a:buSzPts val="853"/>
              <a:buNone/>
            </a:pPr>
            <a:endParaRPr sz="2500" dirty="0"/>
          </a:p>
        </p:txBody>
      </p:sp>
      <p:cxnSp>
        <p:nvCxnSpPr>
          <p:cNvPr id="489" name="Google Shape;489;p63"/>
          <p:cNvCxnSpPr/>
          <p:nvPr/>
        </p:nvCxnSpPr>
        <p:spPr>
          <a:xfrm rot="10800000">
            <a:off x="-18167" y="4877704"/>
            <a:ext cx="9144000" cy="0"/>
          </a:xfrm>
          <a:prstGeom prst="straightConnector1">
            <a:avLst/>
          </a:prstGeom>
          <a:noFill/>
          <a:ln w="9525" cap="flat" cmpd="sng">
            <a:solidFill>
              <a:schemeClr val="lt1"/>
            </a:solidFill>
            <a:prstDash val="solid"/>
            <a:round/>
            <a:headEnd type="none" w="med" len="med"/>
            <a:tailEnd type="none" w="med" len="med"/>
          </a:ln>
        </p:spPr>
      </p:cxnSp>
      <p:sp>
        <p:nvSpPr>
          <p:cNvPr id="490" name="Google Shape;490;p63"/>
          <p:cNvSpPr txBox="1">
            <a:spLocks noGrp="1"/>
          </p:cNvSpPr>
          <p:nvPr>
            <p:ph type="subTitle" idx="7"/>
          </p:nvPr>
        </p:nvSpPr>
        <p:spPr>
          <a:xfrm>
            <a:off x="5774375" y="1674175"/>
            <a:ext cx="4133400" cy="1156800"/>
          </a:xfrm>
          <a:prstGeom prst="rect">
            <a:avLst/>
          </a:prstGeom>
        </p:spPr>
        <p:txBody>
          <a:bodyPr spcFirstLastPara="1" wrap="square" lIns="0" tIns="0" rIns="0" bIns="0" anchor="ctr" anchorCtr="0">
            <a:normAutofit/>
          </a:bodyPr>
          <a:lstStyle/>
          <a:p>
            <a:pPr marL="0" lvl="0" indent="0" algn="l" rtl="0">
              <a:lnSpc>
                <a:spcPct val="50000"/>
              </a:lnSpc>
              <a:spcBef>
                <a:spcPts val="0"/>
              </a:spcBef>
              <a:spcAft>
                <a:spcPts val="0"/>
              </a:spcAft>
              <a:buSzPts val="688"/>
              <a:buNone/>
            </a:pPr>
            <a:r>
              <a:rPr lang="en" sz="1400"/>
              <a:t>Iranian Revolution (1978-1979)</a:t>
            </a:r>
            <a:endParaRPr sz="1400"/>
          </a:p>
          <a:p>
            <a:pPr marL="0" lvl="0" indent="0" algn="l" rtl="0">
              <a:lnSpc>
                <a:spcPct val="50000"/>
              </a:lnSpc>
              <a:spcBef>
                <a:spcPts val="0"/>
              </a:spcBef>
              <a:spcAft>
                <a:spcPts val="0"/>
              </a:spcAft>
              <a:buSzPts val="688"/>
              <a:buNone/>
            </a:pPr>
            <a:endParaRPr sz="1400"/>
          </a:p>
          <a:p>
            <a:pPr marL="0" lvl="0" indent="0" algn="l" rtl="0">
              <a:lnSpc>
                <a:spcPct val="50000"/>
              </a:lnSpc>
              <a:spcBef>
                <a:spcPts val="0"/>
              </a:spcBef>
              <a:spcAft>
                <a:spcPts val="0"/>
              </a:spcAft>
              <a:buSzPts val="688"/>
              <a:buNone/>
            </a:pPr>
            <a:r>
              <a:rPr lang="en" sz="1400"/>
              <a:t>Venezuelan General Strike (2002-2003)</a:t>
            </a:r>
            <a:endParaRPr sz="1400"/>
          </a:p>
          <a:p>
            <a:pPr marL="0" lvl="0" indent="0" algn="l" rtl="0">
              <a:lnSpc>
                <a:spcPct val="50000"/>
              </a:lnSpc>
              <a:spcBef>
                <a:spcPts val="0"/>
              </a:spcBef>
              <a:spcAft>
                <a:spcPts val="0"/>
              </a:spcAft>
              <a:buSzPts val="688"/>
              <a:buNone/>
            </a:pPr>
            <a:endParaRPr sz="1400"/>
          </a:p>
          <a:p>
            <a:pPr marL="0" lvl="0" indent="0" algn="l" rtl="0">
              <a:lnSpc>
                <a:spcPct val="50000"/>
              </a:lnSpc>
              <a:spcBef>
                <a:spcPts val="0"/>
              </a:spcBef>
              <a:spcAft>
                <a:spcPts val="0"/>
              </a:spcAft>
              <a:buSzPts val="688"/>
              <a:buNone/>
            </a:pPr>
            <a:r>
              <a:rPr lang="en" sz="1400"/>
              <a:t>Hurricane Katrina (2005)</a:t>
            </a:r>
            <a:endParaRPr sz="1400"/>
          </a:p>
          <a:p>
            <a:pPr marL="0" lvl="0" indent="0" algn="l" rtl="0">
              <a:lnSpc>
                <a:spcPct val="50000"/>
              </a:lnSpc>
              <a:spcBef>
                <a:spcPts val="0"/>
              </a:spcBef>
              <a:spcAft>
                <a:spcPts val="0"/>
              </a:spcAft>
              <a:buSzPts val="688"/>
              <a:buNone/>
            </a:pPr>
            <a:endParaRPr sz="1400"/>
          </a:p>
          <a:p>
            <a:pPr marL="0" lvl="0" indent="0" algn="l" rtl="0">
              <a:lnSpc>
                <a:spcPct val="50000"/>
              </a:lnSpc>
              <a:spcBef>
                <a:spcPts val="0"/>
              </a:spcBef>
              <a:spcAft>
                <a:spcPts val="0"/>
              </a:spcAft>
              <a:buSzPts val="688"/>
              <a:buNone/>
            </a:pPr>
            <a:r>
              <a:rPr lang="en" sz="1400"/>
              <a:t>Fort McMurray Wildfires (2016)</a:t>
            </a:r>
            <a:endParaRPr sz="1400"/>
          </a:p>
        </p:txBody>
      </p:sp>
      <p:sp>
        <p:nvSpPr>
          <p:cNvPr id="491" name="Google Shape;491;p63"/>
          <p:cNvSpPr txBox="1">
            <a:spLocks noGrp="1"/>
          </p:cNvSpPr>
          <p:nvPr>
            <p:ph type="subTitle" idx="7"/>
          </p:nvPr>
        </p:nvSpPr>
        <p:spPr>
          <a:xfrm>
            <a:off x="5774375" y="2793250"/>
            <a:ext cx="4227600" cy="1075200"/>
          </a:xfrm>
          <a:prstGeom prst="rect">
            <a:avLst/>
          </a:prstGeom>
        </p:spPr>
        <p:txBody>
          <a:bodyPr spcFirstLastPara="1" wrap="square" lIns="0" tIns="0" rIns="0" bIns="0" anchor="ctr" anchorCtr="0">
            <a:normAutofit/>
          </a:bodyPr>
          <a:lstStyle/>
          <a:p>
            <a:pPr marL="0" lvl="0" indent="0" algn="l" rtl="0">
              <a:lnSpc>
                <a:spcPct val="70000"/>
              </a:lnSpc>
              <a:spcBef>
                <a:spcPts val="0"/>
              </a:spcBef>
              <a:spcAft>
                <a:spcPts val="0"/>
              </a:spcAft>
              <a:buSzPts val="770"/>
              <a:buNone/>
            </a:pPr>
            <a:r>
              <a:rPr lang="en" sz="1400"/>
              <a:t>Iraq Gulf War Sanctions (1991-1996)</a:t>
            </a:r>
            <a:endParaRPr sz="1400"/>
          </a:p>
          <a:p>
            <a:pPr marL="0" lvl="0" indent="0" algn="l" rtl="0">
              <a:lnSpc>
                <a:spcPct val="70000"/>
              </a:lnSpc>
              <a:spcBef>
                <a:spcPts val="0"/>
              </a:spcBef>
              <a:spcAft>
                <a:spcPts val="0"/>
              </a:spcAft>
              <a:buSzPts val="770"/>
              <a:buNone/>
            </a:pPr>
            <a:endParaRPr sz="1400"/>
          </a:p>
          <a:p>
            <a:pPr marL="0" lvl="0" indent="0" algn="l" rtl="0">
              <a:lnSpc>
                <a:spcPct val="70000"/>
              </a:lnSpc>
              <a:spcBef>
                <a:spcPts val="0"/>
              </a:spcBef>
              <a:spcAft>
                <a:spcPts val="0"/>
              </a:spcAft>
              <a:buSzPts val="770"/>
              <a:buNone/>
            </a:pPr>
            <a:r>
              <a:rPr lang="en" sz="1400"/>
              <a:t>US Sanctions on Venezuela (2017-)</a:t>
            </a:r>
            <a:endParaRPr sz="1400"/>
          </a:p>
          <a:p>
            <a:pPr marL="0" lvl="0" indent="0" algn="l" rtl="0">
              <a:lnSpc>
                <a:spcPct val="70000"/>
              </a:lnSpc>
              <a:spcBef>
                <a:spcPts val="0"/>
              </a:spcBef>
              <a:spcAft>
                <a:spcPts val="0"/>
              </a:spcAft>
              <a:buSzPts val="770"/>
              <a:buNone/>
            </a:pPr>
            <a:endParaRPr sz="1400"/>
          </a:p>
          <a:p>
            <a:pPr marL="0" lvl="0" indent="0" algn="l" rtl="0">
              <a:lnSpc>
                <a:spcPct val="70000"/>
              </a:lnSpc>
              <a:spcBef>
                <a:spcPts val="0"/>
              </a:spcBef>
              <a:spcAft>
                <a:spcPts val="0"/>
              </a:spcAft>
              <a:buSzPts val="770"/>
              <a:buNone/>
            </a:pPr>
            <a:r>
              <a:rPr lang="en" sz="1400"/>
              <a:t>G7 Oil Price Cap on Russia (2022-)</a:t>
            </a:r>
            <a:endParaRPr sz="1400"/>
          </a:p>
        </p:txBody>
      </p:sp>
      <p:sp>
        <p:nvSpPr>
          <p:cNvPr id="492" name="Google Shape;492;p63"/>
          <p:cNvSpPr txBox="1">
            <a:spLocks noGrp="1"/>
          </p:cNvSpPr>
          <p:nvPr>
            <p:ph type="subTitle" idx="7"/>
          </p:nvPr>
        </p:nvSpPr>
        <p:spPr>
          <a:xfrm>
            <a:off x="5774375" y="702175"/>
            <a:ext cx="4133400" cy="972000"/>
          </a:xfrm>
          <a:prstGeom prst="rect">
            <a:avLst/>
          </a:prstGeom>
        </p:spPr>
        <p:txBody>
          <a:bodyPr spcFirstLastPara="1" wrap="square" lIns="0" tIns="0" rIns="0" bIns="0" anchor="ctr" anchorCtr="0">
            <a:normAutofit/>
          </a:bodyPr>
          <a:lstStyle/>
          <a:p>
            <a:pPr marL="0" lvl="0" indent="0" algn="l" rtl="0">
              <a:lnSpc>
                <a:spcPct val="40000"/>
              </a:lnSpc>
              <a:spcBef>
                <a:spcPts val="0"/>
              </a:spcBef>
              <a:spcAft>
                <a:spcPts val="0"/>
              </a:spcAft>
              <a:buNone/>
            </a:pPr>
            <a:r>
              <a:rPr lang="en" sz="1400"/>
              <a:t>1973-1974 OPEC Embargo</a:t>
            </a:r>
            <a:endParaRPr sz="1400"/>
          </a:p>
          <a:p>
            <a:pPr marL="0" lvl="0" indent="0" algn="l" rtl="0">
              <a:lnSpc>
                <a:spcPct val="40000"/>
              </a:lnSpc>
              <a:spcBef>
                <a:spcPts val="0"/>
              </a:spcBef>
              <a:spcAft>
                <a:spcPts val="0"/>
              </a:spcAft>
              <a:buNone/>
            </a:pPr>
            <a:endParaRPr sz="1000"/>
          </a:p>
          <a:p>
            <a:pPr marL="0" lvl="0" indent="0" algn="l" rtl="0">
              <a:lnSpc>
                <a:spcPct val="40000"/>
              </a:lnSpc>
              <a:spcBef>
                <a:spcPts val="0"/>
              </a:spcBef>
              <a:spcAft>
                <a:spcPts val="0"/>
              </a:spcAft>
              <a:buNone/>
            </a:pPr>
            <a:endParaRPr sz="1400"/>
          </a:p>
          <a:p>
            <a:pPr marL="0" lvl="0" indent="0" algn="l" rtl="0">
              <a:lnSpc>
                <a:spcPct val="40000"/>
              </a:lnSpc>
              <a:spcBef>
                <a:spcPts val="0"/>
              </a:spcBef>
              <a:spcAft>
                <a:spcPts val="0"/>
              </a:spcAft>
              <a:buNone/>
            </a:pPr>
            <a:r>
              <a:rPr lang="en" sz="1400"/>
              <a:t>Iran-Iraq War (1980-1988)</a:t>
            </a:r>
            <a:endParaRPr sz="1400"/>
          </a:p>
          <a:p>
            <a:pPr marL="0" lvl="0" indent="0" algn="l" rtl="0">
              <a:lnSpc>
                <a:spcPct val="40000"/>
              </a:lnSpc>
              <a:spcBef>
                <a:spcPts val="0"/>
              </a:spcBef>
              <a:spcAft>
                <a:spcPts val="0"/>
              </a:spcAft>
              <a:buNone/>
            </a:pPr>
            <a:endParaRPr sz="1000"/>
          </a:p>
          <a:p>
            <a:pPr marL="0" lvl="0" indent="0" algn="l" rtl="0">
              <a:lnSpc>
                <a:spcPct val="40000"/>
              </a:lnSpc>
              <a:spcBef>
                <a:spcPts val="0"/>
              </a:spcBef>
              <a:spcAft>
                <a:spcPts val="0"/>
              </a:spcAft>
              <a:buNone/>
            </a:pPr>
            <a:endParaRPr sz="1400"/>
          </a:p>
          <a:p>
            <a:pPr marL="0" lvl="0" indent="0" algn="l" rtl="0">
              <a:lnSpc>
                <a:spcPct val="40000"/>
              </a:lnSpc>
              <a:spcBef>
                <a:spcPts val="0"/>
              </a:spcBef>
              <a:spcAft>
                <a:spcPts val="0"/>
              </a:spcAft>
              <a:buNone/>
            </a:pPr>
            <a:r>
              <a:rPr lang="en" sz="1400"/>
              <a:t>Gulf War (1990-1991)</a:t>
            </a:r>
            <a:endParaRPr sz="1400"/>
          </a:p>
          <a:p>
            <a:pPr marL="0" lvl="0" indent="0" algn="l" rtl="0">
              <a:lnSpc>
                <a:spcPct val="40000"/>
              </a:lnSpc>
              <a:spcBef>
                <a:spcPts val="0"/>
              </a:spcBef>
              <a:spcAft>
                <a:spcPts val="0"/>
              </a:spcAft>
              <a:buNone/>
            </a:pPr>
            <a:endParaRPr sz="1000"/>
          </a:p>
          <a:p>
            <a:pPr marL="0" lvl="0" indent="0" algn="l" rtl="0">
              <a:lnSpc>
                <a:spcPct val="40000"/>
              </a:lnSpc>
              <a:spcBef>
                <a:spcPts val="0"/>
              </a:spcBef>
              <a:spcAft>
                <a:spcPts val="0"/>
              </a:spcAft>
              <a:buNone/>
            </a:pPr>
            <a:endParaRPr sz="1000"/>
          </a:p>
          <a:p>
            <a:pPr marL="0" lvl="0" indent="0" algn="l" rtl="0">
              <a:lnSpc>
                <a:spcPct val="40000"/>
              </a:lnSpc>
              <a:spcBef>
                <a:spcPts val="0"/>
              </a:spcBef>
              <a:spcAft>
                <a:spcPts val="0"/>
              </a:spcAft>
              <a:buNone/>
            </a:pPr>
            <a:r>
              <a:rPr lang="en" sz="1400"/>
              <a:t>Iraq War (initial disruption; 2003)</a:t>
            </a:r>
            <a:endParaRPr sz="1400"/>
          </a:p>
        </p:txBody>
      </p:sp>
      <p:sp>
        <p:nvSpPr>
          <p:cNvPr id="493" name="Google Shape;493;p63"/>
          <p:cNvSpPr txBox="1">
            <a:spLocks noGrp="1"/>
          </p:cNvSpPr>
          <p:nvPr>
            <p:ph type="subTitle" idx="7"/>
          </p:nvPr>
        </p:nvSpPr>
        <p:spPr>
          <a:xfrm>
            <a:off x="5774375" y="3716975"/>
            <a:ext cx="4227600" cy="1345500"/>
          </a:xfrm>
          <a:prstGeom prst="rect">
            <a:avLst/>
          </a:prstGeom>
        </p:spPr>
        <p:txBody>
          <a:bodyPr spcFirstLastPara="1" wrap="square" lIns="0" tIns="0" rIns="0" bIns="0" anchor="ctr" anchorCtr="0">
            <a:normAutofit/>
          </a:bodyPr>
          <a:lstStyle/>
          <a:p>
            <a:pPr marL="0" lvl="0" indent="0" algn="l" rtl="0">
              <a:lnSpc>
                <a:spcPct val="70000"/>
              </a:lnSpc>
              <a:spcBef>
                <a:spcPts val="0"/>
              </a:spcBef>
              <a:spcAft>
                <a:spcPts val="0"/>
              </a:spcAft>
              <a:buSzPts val="770"/>
              <a:buNone/>
            </a:pPr>
            <a:r>
              <a:rPr lang="en" sz="1400"/>
              <a:t>Enbridge Pipelines (Line 3, Line 6, </a:t>
            </a:r>
            <a:endParaRPr sz="1400"/>
          </a:p>
          <a:p>
            <a:pPr marL="0" lvl="0" indent="0" algn="l" rtl="0">
              <a:lnSpc>
                <a:spcPct val="70000"/>
              </a:lnSpc>
              <a:spcBef>
                <a:spcPts val="0"/>
              </a:spcBef>
              <a:spcAft>
                <a:spcPts val="0"/>
              </a:spcAft>
              <a:buSzPts val="770"/>
              <a:buNone/>
            </a:pPr>
            <a:r>
              <a:rPr lang="en" sz="1400"/>
              <a:t>Express, Alberta Clipper)</a:t>
            </a:r>
            <a:endParaRPr sz="1400"/>
          </a:p>
          <a:p>
            <a:pPr marL="0" lvl="0" indent="0" algn="l" rtl="0">
              <a:lnSpc>
                <a:spcPct val="70000"/>
              </a:lnSpc>
              <a:spcBef>
                <a:spcPts val="0"/>
              </a:spcBef>
              <a:spcAft>
                <a:spcPts val="0"/>
              </a:spcAft>
              <a:buSzPts val="770"/>
              <a:buNone/>
            </a:pPr>
            <a:endParaRPr sz="1000"/>
          </a:p>
          <a:p>
            <a:pPr marL="0" lvl="0" indent="0" algn="l" rtl="0">
              <a:lnSpc>
                <a:spcPct val="70000"/>
              </a:lnSpc>
              <a:spcBef>
                <a:spcPts val="0"/>
              </a:spcBef>
              <a:spcAft>
                <a:spcPts val="0"/>
              </a:spcAft>
              <a:buSzPts val="770"/>
              <a:buNone/>
            </a:pPr>
            <a:r>
              <a:rPr lang="en" sz="1400"/>
              <a:t>Keystone Pipeline</a:t>
            </a:r>
            <a:endParaRPr sz="1400"/>
          </a:p>
          <a:p>
            <a:pPr marL="0" lvl="0" indent="0" algn="l" rtl="0">
              <a:lnSpc>
                <a:spcPct val="70000"/>
              </a:lnSpc>
              <a:spcBef>
                <a:spcPts val="0"/>
              </a:spcBef>
              <a:spcAft>
                <a:spcPts val="0"/>
              </a:spcAft>
              <a:buSzPts val="770"/>
              <a:buNone/>
            </a:pPr>
            <a:endParaRPr sz="1000"/>
          </a:p>
          <a:p>
            <a:pPr marL="0" lvl="0" indent="0" algn="l" rtl="0">
              <a:lnSpc>
                <a:spcPct val="70000"/>
              </a:lnSpc>
              <a:spcBef>
                <a:spcPts val="0"/>
              </a:spcBef>
              <a:spcAft>
                <a:spcPts val="0"/>
              </a:spcAft>
              <a:buSzPts val="770"/>
              <a:buNone/>
            </a:pPr>
            <a:r>
              <a:rPr lang="en" sz="1400"/>
              <a:t>Trans-Mountain Pipeline</a:t>
            </a:r>
            <a:endParaRPr sz="1400"/>
          </a:p>
        </p:txBody>
      </p:sp>
      <p:sp>
        <p:nvSpPr>
          <p:cNvPr id="494" name="Google Shape;494;p63"/>
          <p:cNvSpPr/>
          <p:nvPr/>
        </p:nvSpPr>
        <p:spPr>
          <a:xfrm>
            <a:off x="4971751" y="1084647"/>
            <a:ext cx="548688" cy="259912"/>
          </a:xfrm>
          <a:custGeom>
            <a:avLst/>
            <a:gdLst/>
            <a:ahLst/>
            <a:cxnLst/>
            <a:rect l="l" t="t" r="r" b="b"/>
            <a:pathLst>
              <a:path w="47712" h="22601" extrusionOk="0">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nter"/>
              <a:ea typeface="Inter"/>
              <a:cs typeface="Inter"/>
              <a:sym typeface="Inter"/>
            </a:endParaRPr>
          </a:p>
        </p:txBody>
      </p:sp>
      <p:sp>
        <p:nvSpPr>
          <p:cNvPr id="495" name="Google Shape;495;p63"/>
          <p:cNvSpPr/>
          <p:nvPr/>
        </p:nvSpPr>
        <p:spPr>
          <a:xfrm>
            <a:off x="4971751" y="2106910"/>
            <a:ext cx="548688" cy="259912"/>
          </a:xfrm>
          <a:custGeom>
            <a:avLst/>
            <a:gdLst/>
            <a:ahLst/>
            <a:cxnLst/>
            <a:rect l="l" t="t" r="r" b="b"/>
            <a:pathLst>
              <a:path w="47712" h="22601" extrusionOk="0">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nter"/>
              <a:ea typeface="Inter"/>
              <a:cs typeface="Inter"/>
              <a:sym typeface="Inter"/>
            </a:endParaRPr>
          </a:p>
        </p:txBody>
      </p:sp>
      <p:sp>
        <p:nvSpPr>
          <p:cNvPr id="496" name="Google Shape;496;p63"/>
          <p:cNvSpPr/>
          <p:nvPr/>
        </p:nvSpPr>
        <p:spPr>
          <a:xfrm>
            <a:off x="4971751" y="3185322"/>
            <a:ext cx="548688" cy="259911"/>
          </a:xfrm>
          <a:custGeom>
            <a:avLst/>
            <a:gdLst/>
            <a:ahLst/>
            <a:cxnLst/>
            <a:rect l="l" t="t" r="r" b="b"/>
            <a:pathLst>
              <a:path w="47712" h="22601" extrusionOk="0">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nter"/>
              <a:ea typeface="Inter"/>
              <a:cs typeface="Inter"/>
              <a:sym typeface="Inter"/>
            </a:endParaRPr>
          </a:p>
        </p:txBody>
      </p:sp>
      <p:sp>
        <p:nvSpPr>
          <p:cNvPr id="497" name="Google Shape;497;p63"/>
          <p:cNvSpPr/>
          <p:nvPr/>
        </p:nvSpPr>
        <p:spPr>
          <a:xfrm>
            <a:off x="4971751" y="4264897"/>
            <a:ext cx="548688" cy="259911"/>
          </a:xfrm>
          <a:custGeom>
            <a:avLst/>
            <a:gdLst/>
            <a:ahLst/>
            <a:cxnLst/>
            <a:rect l="l" t="t" r="r" b="b"/>
            <a:pathLst>
              <a:path w="47712" h="22601" extrusionOk="0">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64"/>
          <p:cNvSpPr txBox="1">
            <a:spLocks noGrp="1"/>
          </p:cNvSpPr>
          <p:nvPr>
            <p:ph type="title"/>
          </p:nvPr>
        </p:nvSpPr>
        <p:spPr>
          <a:xfrm>
            <a:off x="283850" y="285900"/>
            <a:ext cx="4227600" cy="2154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000" b="1">
                <a:solidFill>
                  <a:srgbClr val="F1C232"/>
                </a:solidFill>
              </a:rPr>
              <a:t>The Problem</a:t>
            </a:r>
            <a:endParaRPr sz="2000" b="1">
              <a:solidFill>
                <a:srgbClr val="F1C232"/>
              </a:solidFill>
            </a:endParaRPr>
          </a:p>
        </p:txBody>
      </p:sp>
      <p:sp>
        <p:nvSpPr>
          <p:cNvPr id="505" name="Google Shape;505;p64"/>
          <p:cNvSpPr txBox="1">
            <a:spLocks noGrp="1"/>
          </p:cNvSpPr>
          <p:nvPr>
            <p:ph type="subTitle" idx="5"/>
          </p:nvPr>
        </p:nvSpPr>
        <p:spPr>
          <a:xfrm>
            <a:off x="455900" y="912100"/>
            <a:ext cx="8136300" cy="3614100"/>
          </a:xfrm>
          <a:prstGeom prst="rect">
            <a:avLst/>
          </a:prstGeom>
        </p:spPr>
        <p:txBody>
          <a:bodyPr spcFirstLastPara="1" wrap="square" lIns="0" tIns="0" rIns="0" bIns="0" anchor="ctr" anchorCtr="0">
            <a:noAutofit/>
          </a:bodyPr>
          <a:lstStyle/>
          <a:p>
            <a:pPr marL="457200" lvl="0" indent="-361950" algn="l" rtl="0">
              <a:lnSpc>
                <a:spcPct val="100000"/>
              </a:lnSpc>
              <a:spcBef>
                <a:spcPts val="0"/>
              </a:spcBef>
              <a:spcAft>
                <a:spcPts val="0"/>
              </a:spcAft>
              <a:buSzPts val="2100"/>
              <a:buAutoNum type="arabicPeriod"/>
            </a:pPr>
            <a:r>
              <a:rPr lang="en" sz="2100" dirty="0"/>
              <a:t>How has the global mix of heavy crude changed over time?</a:t>
            </a:r>
            <a:endParaRPr sz="1600" dirty="0"/>
          </a:p>
          <a:p>
            <a:pPr lvl="0" indent="-457200" algn="l" rtl="0">
              <a:lnSpc>
                <a:spcPct val="100000"/>
              </a:lnSpc>
              <a:spcBef>
                <a:spcPts val="0"/>
              </a:spcBef>
              <a:spcAft>
                <a:spcPts val="0"/>
              </a:spcAft>
              <a:buFont typeface="+mj-lt"/>
              <a:buAutoNum type="arabicPeriod"/>
            </a:pPr>
            <a:endParaRPr sz="2100" dirty="0"/>
          </a:p>
          <a:p>
            <a:pPr marL="457200" lvl="0" indent="-361950" algn="l" rtl="0">
              <a:lnSpc>
                <a:spcPct val="100000"/>
              </a:lnSpc>
              <a:spcBef>
                <a:spcPts val="0"/>
              </a:spcBef>
              <a:spcAft>
                <a:spcPts val="0"/>
              </a:spcAft>
              <a:buSzPts val="2100"/>
              <a:buAutoNum type="arabicPeriod"/>
            </a:pPr>
            <a:r>
              <a:rPr lang="en" sz="2100" dirty="0"/>
              <a:t>Which countries produce and consume heavy oil, and how has this changed across historical disruptions?</a:t>
            </a:r>
            <a:endParaRPr sz="2100" dirty="0"/>
          </a:p>
          <a:p>
            <a:pPr marL="342900" lvl="0" indent="-342900" algn="l" rtl="0">
              <a:lnSpc>
                <a:spcPct val="100000"/>
              </a:lnSpc>
              <a:spcBef>
                <a:spcPts val="0"/>
              </a:spcBef>
              <a:spcAft>
                <a:spcPts val="0"/>
              </a:spcAft>
              <a:buFont typeface="+mj-lt"/>
              <a:buAutoNum type="arabicPeriod"/>
            </a:pPr>
            <a:endParaRPr sz="1600" dirty="0"/>
          </a:p>
          <a:p>
            <a:pPr marL="457200" lvl="0" indent="-361950" algn="l" rtl="0">
              <a:lnSpc>
                <a:spcPct val="100000"/>
              </a:lnSpc>
              <a:spcBef>
                <a:spcPts val="0"/>
              </a:spcBef>
              <a:spcAft>
                <a:spcPts val="0"/>
              </a:spcAft>
              <a:buSzPts val="2100"/>
              <a:buAutoNum type="arabicPeriod"/>
            </a:pPr>
            <a:r>
              <a:rPr lang="en" sz="2100" dirty="0"/>
              <a:t>How concentrated is global heavy crude production?</a:t>
            </a:r>
            <a:endParaRPr sz="2100" dirty="0"/>
          </a:p>
          <a:p>
            <a:pPr marL="342900" lvl="0" indent="-342900" algn="l" rtl="0">
              <a:lnSpc>
                <a:spcPct val="100000"/>
              </a:lnSpc>
              <a:spcBef>
                <a:spcPts val="0"/>
              </a:spcBef>
              <a:spcAft>
                <a:spcPts val="0"/>
              </a:spcAft>
              <a:buFont typeface="+mj-lt"/>
              <a:buAutoNum type="arabicPeriod"/>
            </a:pPr>
            <a:endParaRPr sz="1600" dirty="0"/>
          </a:p>
          <a:p>
            <a:pPr marL="457200" lvl="0" indent="-361950" algn="l" rtl="0">
              <a:lnSpc>
                <a:spcPct val="100000"/>
              </a:lnSpc>
              <a:spcBef>
                <a:spcPts val="0"/>
              </a:spcBef>
              <a:spcAft>
                <a:spcPts val="0"/>
              </a:spcAft>
              <a:buSzPts val="2100"/>
              <a:buAutoNum type="arabicPeriod"/>
            </a:pPr>
            <a:r>
              <a:rPr lang="en" sz="2100" dirty="0"/>
              <a:t>Which countries are structurally dependent on heavy crude?</a:t>
            </a:r>
            <a:endParaRPr sz="2100" dirty="0"/>
          </a:p>
          <a:p>
            <a:pPr marL="342900" lvl="0" indent="-342900" algn="l" rtl="0">
              <a:lnSpc>
                <a:spcPct val="100000"/>
              </a:lnSpc>
              <a:spcBef>
                <a:spcPts val="0"/>
              </a:spcBef>
              <a:spcAft>
                <a:spcPts val="0"/>
              </a:spcAft>
              <a:buFont typeface="+mj-lt"/>
              <a:buAutoNum type="arabicPeriod"/>
            </a:pPr>
            <a:endParaRPr sz="1600" dirty="0"/>
          </a:p>
          <a:p>
            <a:pPr marL="457200" lvl="0" indent="-361950" algn="l" rtl="0">
              <a:lnSpc>
                <a:spcPct val="100000"/>
              </a:lnSpc>
              <a:spcBef>
                <a:spcPts val="0"/>
              </a:spcBef>
              <a:spcAft>
                <a:spcPts val="0"/>
              </a:spcAft>
              <a:buSzPts val="2100"/>
              <a:buAutoNum type="arabicPeriod"/>
            </a:pPr>
            <a:r>
              <a:rPr lang="en" sz="2100" dirty="0"/>
              <a:t>What strategic role could Canada play in mitigating future heavy crude shortages?</a:t>
            </a:r>
            <a:endParaRPr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65"/>
          <p:cNvSpPr txBox="1">
            <a:spLocks noGrp="1"/>
          </p:cNvSpPr>
          <p:nvPr>
            <p:ph type="title"/>
          </p:nvPr>
        </p:nvSpPr>
        <p:spPr>
          <a:xfrm>
            <a:off x="283850" y="285900"/>
            <a:ext cx="4227600" cy="2154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000" b="1">
                <a:solidFill>
                  <a:srgbClr val="F1C232"/>
                </a:solidFill>
              </a:rPr>
              <a:t>The Solution</a:t>
            </a:r>
            <a:endParaRPr sz="2000" b="1">
              <a:solidFill>
                <a:srgbClr val="F1C232"/>
              </a:solidFill>
            </a:endParaRPr>
          </a:p>
        </p:txBody>
      </p:sp>
      <p:sp>
        <p:nvSpPr>
          <p:cNvPr id="513" name="Google Shape;513;p65"/>
          <p:cNvSpPr txBox="1">
            <a:spLocks noGrp="1"/>
          </p:cNvSpPr>
          <p:nvPr>
            <p:ph type="subTitle" idx="1"/>
          </p:nvPr>
        </p:nvSpPr>
        <p:spPr>
          <a:xfrm>
            <a:off x="1125100" y="2345400"/>
            <a:ext cx="5559300" cy="77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3000"/>
              <a:t>Forecast </a:t>
            </a:r>
            <a:endParaRPr sz="3000"/>
          </a:p>
        </p:txBody>
      </p:sp>
      <p:sp>
        <p:nvSpPr>
          <p:cNvPr id="515" name="Google Shape;515;p65"/>
          <p:cNvSpPr txBox="1">
            <a:spLocks noGrp="1"/>
          </p:cNvSpPr>
          <p:nvPr>
            <p:ph type="subTitle" idx="5"/>
          </p:nvPr>
        </p:nvSpPr>
        <p:spPr>
          <a:xfrm>
            <a:off x="1125100" y="1555600"/>
            <a:ext cx="5559300" cy="77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3000"/>
              <a:t>Collect and engineer data</a:t>
            </a:r>
            <a:endParaRPr sz="3000"/>
          </a:p>
        </p:txBody>
      </p:sp>
      <p:sp>
        <p:nvSpPr>
          <p:cNvPr id="517" name="Google Shape;517;p65"/>
          <p:cNvSpPr txBox="1">
            <a:spLocks noGrp="1"/>
          </p:cNvSpPr>
          <p:nvPr>
            <p:ph type="subTitle" idx="7"/>
          </p:nvPr>
        </p:nvSpPr>
        <p:spPr>
          <a:xfrm>
            <a:off x="1125100" y="3123163"/>
            <a:ext cx="5559300" cy="77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3000"/>
              <a:t>Scenario analysis</a:t>
            </a:r>
            <a:endParaRPr sz="3000"/>
          </a:p>
        </p:txBody>
      </p:sp>
      <p:sp>
        <p:nvSpPr>
          <p:cNvPr id="519" name="Google Shape;519;p65"/>
          <p:cNvSpPr txBox="1">
            <a:spLocks noGrp="1"/>
          </p:cNvSpPr>
          <p:nvPr>
            <p:ph type="subTitle" idx="9"/>
          </p:nvPr>
        </p:nvSpPr>
        <p:spPr>
          <a:xfrm>
            <a:off x="1125100" y="3902913"/>
            <a:ext cx="5559300" cy="77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3000"/>
              <a:t>Assess risk</a:t>
            </a:r>
            <a:endParaRPr sz="3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cxnSp>
        <p:nvCxnSpPr>
          <p:cNvPr id="551" name="Google Shape;551;p67"/>
          <p:cNvCxnSpPr/>
          <p:nvPr/>
        </p:nvCxnSpPr>
        <p:spPr>
          <a:xfrm rot="10800000">
            <a:off x="-50" y="667516"/>
            <a:ext cx="9144000" cy="0"/>
          </a:xfrm>
          <a:prstGeom prst="straightConnector1">
            <a:avLst/>
          </a:prstGeom>
          <a:noFill/>
          <a:ln w="9525" cap="flat" cmpd="sng">
            <a:solidFill>
              <a:schemeClr val="lt1"/>
            </a:solidFill>
            <a:prstDash val="solid"/>
            <a:round/>
            <a:headEnd type="none" w="med" len="med"/>
            <a:tailEnd type="none" w="med" len="med"/>
          </a:ln>
        </p:spPr>
      </p:cxnSp>
      <p:cxnSp>
        <p:nvCxnSpPr>
          <p:cNvPr id="552" name="Google Shape;552;p67"/>
          <p:cNvCxnSpPr/>
          <p:nvPr/>
        </p:nvCxnSpPr>
        <p:spPr>
          <a:xfrm rot="10800000">
            <a:off x="-50" y="1751716"/>
            <a:ext cx="9144000" cy="0"/>
          </a:xfrm>
          <a:prstGeom prst="straightConnector1">
            <a:avLst/>
          </a:prstGeom>
          <a:noFill/>
          <a:ln w="9525" cap="flat" cmpd="sng">
            <a:solidFill>
              <a:schemeClr val="lt1"/>
            </a:solidFill>
            <a:prstDash val="solid"/>
            <a:round/>
            <a:headEnd type="none" w="med" len="med"/>
            <a:tailEnd type="none" w="med" len="med"/>
          </a:ln>
        </p:spPr>
      </p:cxnSp>
      <p:cxnSp>
        <p:nvCxnSpPr>
          <p:cNvPr id="553" name="Google Shape;553;p67"/>
          <p:cNvCxnSpPr/>
          <p:nvPr/>
        </p:nvCxnSpPr>
        <p:spPr>
          <a:xfrm rot="10800000">
            <a:off x="-50" y="2832416"/>
            <a:ext cx="9144000" cy="0"/>
          </a:xfrm>
          <a:prstGeom prst="straightConnector1">
            <a:avLst/>
          </a:prstGeom>
          <a:noFill/>
          <a:ln w="9525" cap="flat" cmpd="sng">
            <a:solidFill>
              <a:schemeClr val="lt1"/>
            </a:solidFill>
            <a:prstDash val="solid"/>
            <a:round/>
            <a:headEnd type="none" w="med" len="med"/>
            <a:tailEnd type="none" w="med" len="med"/>
          </a:ln>
        </p:spPr>
      </p:cxnSp>
      <p:cxnSp>
        <p:nvCxnSpPr>
          <p:cNvPr id="554" name="Google Shape;554;p67"/>
          <p:cNvCxnSpPr/>
          <p:nvPr/>
        </p:nvCxnSpPr>
        <p:spPr>
          <a:xfrm rot="10800000">
            <a:off x="-50" y="2721991"/>
            <a:ext cx="9144000" cy="0"/>
          </a:xfrm>
          <a:prstGeom prst="straightConnector1">
            <a:avLst/>
          </a:prstGeom>
          <a:noFill/>
          <a:ln w="9525" cap="flat" cmpd="sng">
            <a:solidFill>
              <a:schemeClr val="lt1"/>
            </a:solidFill>
            <a:prstDash val="solid"/>
            <a:round/>
            <a:headEnd type="none" w="med" len="med"/>
            <a:tailEnd type="none" w="med" len="med"/>
          </a:ln>
        </p:spPr>
      </p:cxnSp>
      <p:cxnSp>
        <p:nvCxnSpPr>
          <p:cNvPr id="555" name="Google Shape;555;p67"/>
          <p:cNvCxnSpPr/>
          <p:nvPr/>
        </p:nvCxnSpPr>
        <p:spPr>
          <a:xfrm rot="10800000">
            <a:off x="-50" y="1641291"/>
            <a:ext cx="9144000" cy="0"/>
          </a:xfrm>
          <a:prstGeom prst="straightConnector1">
            <a:avLst/>
          </a:prstGeom>
          <a:noFill/>
          <a:ln w="9525" cap="flat" cmpd="sng">
            <a:solidFill>
              <a:schemeClr val="lt1"/>
            </a:solidFill>
            <a:prstDash val="solid"/>
            <a:round/>
            <a:headEnd type="none" w="med" len="med"/>
            <a:tailEnd type="none" w="med" len="med"/>
          </a:ln>
        </p:spPr>
      </p:cxnSp>
      <p:sp>
        <p:nvSpPr>
          <p:cNvPr id="556" name="Google Shape;556;p67"/>
          <p:cNvSpPr txBox="1">
            <a:spLocks noGrp="1"/>
          </p:cNvSpPr>
          <p:nvPr>
            <p:ph type="title"/>
          </p:nvPr>
        </p:nvSpPr>
        <p:spPr>
          <a:xfrm>
            <a:off x="282000" y="132714"/>
            <a:ext cx="4114800" cy="444900"/>
          </a:xfrm>
          <a:prstGeom prst="rect">
            <a:avLst/>
          </a:prstGeom>
          <a:solidFill>
            <a:schemeClr val="lt1"/>
          </a:solidFill>
        </p:spPr>
        <p:txBody>
          <a:bodyPr spcFirstLastPara="1" wrap="square" lIns="91425" tIns="91425" rIns="91425" bIns="91425" anchor="t" anchorCtr="0">
            <a:noAutofit/>
          </a:bodyPr>
          <a:lstStyle/>
          <a:p>
            <a:pPr marL="0" lvl="0" indent="0" algn="l" rtl="0">
              <a:spcBef>
                <a:spcPts val="0"/>
              </a:spcBef>
              <a:spcAft>
                <a:spcPts val="0"/>
              </a:spcAft>
              <a:buNone/>
            </a:pPr>
            <a:r>
              <a:rPr lang="en" sz="2000" b="1">
                <a:solidFill>
                  <a:srgbClr val="F1C232"/>
                </a:solidFill>
              </a:rPr>
              <a:t>Research and Data Sources</a:t>
            </a:r>
            <a:endParaRPr sz="2000" b="1">
              <a:solidFill>
                <a:srgbClr val="F1C232"/>
              </a:solidFill>
            </a:endParaRPr>
          </a:p>
        </p:txBody>
      </p:sp>
      <p:sp>
        <p:nvSpPr>
          <p:cNvPr id="557" name="Google Shape;557;p67"/>
          <p:cNvSpPr txBox="1">
            <a:spLocks noGrp="1"/>
          </p:cNvSpPr>
          <p:nvPr>
            <p:ph type="subTitle" idx="6"/>
          </p:nvPr>
        </p:nvSpPr>
        <p:spPr>
          <a:xfrm>
            <a:off x="399750" y="785787"/>
            <a:ext cx="4572000" cy="869700"/>
          </a:xfrm>
          <a:prstGeom prst="rect">
            <a:avLst/>
          </a:prstGeom>
        </p:spPr>
        <p:txBody>
          <a:bodyPr spcFirstLastPara="1" wrap="square" lIns="0" tIns="0" rIns="0" bIns="0" anchor="ctr" anchorCtr="0">
            <a:normAutofit/>
          </a:bodyPr>
          <a:lstStyle/>
          <a:p>
            <a:pPr marL="0" lvl="0" indent="0" algn="l" rtl="0">
              <a:lnSpc>
                <a:spcPct val="60000"/>
              </a:lnSpc>
              <a:spcBef>
                <a:spcPts val="0"/>
              </a:spcBef>
              <a:spcAft>
                <a:spcPts val="0"/>
              </a:spcAft>
              <a:buNone/>
            </a:pPr>
            <a:r>
              <a:rPr lang="en" sz="2500" dirty="0">
                <a:solidFill>
                  <a:schemeClr val="accent1"/>
                </a:solidFill>
                <a:latin typeface="Arial"/>
                <a:ea typeface="Arial"/>
                <a:cs typeface="Arial"/>
                <a:sym typeface="Arial"/>
              </a:rPr>
              <a:t>✔ </a:t>
            </a:r>
            <a:r>
              <a:rPr lang="en" sz="2500" dirty="0"/>
              <a:t>Total Crude Production </a:t>
            </a:r>
            <a:endParaRPr sz="2500" dirty="0"/>
          </a:p>
          <a:p>
            <a:pPr marL="0" lvl="0" indent="457200" algn="l" rtl="0">
              <a:lnSpc>
                <a:spcPct val="100000"/>
              </a:lnSpc>
              <a:spcBef>
                <a:spcPts val="0"/>
              </a:spcBef>
              <a:spcAft>
                <a:spcPts val="0"/>
              </a:spcAft>
              <a:buNone/>
            </a:pPr>
            <a:r>
              <a:rPr lang="en" sz="2500" dirty="0"/>
              <a:t>and Consumption</a:t>
            </a:r>
            <a:endParaRPr sz="2500" dirty="0"/>
          </a:p>
        </p:txBody>
      </p:sp>
      <p:sp>
        <p:nvSpPr>
          <p:cNvPr id="558" name="Google Shape;558;p67"/>
          <p:cNvSpPr txBox="1">
            <a:spLocks noGrp="1"/>
          </p:cNvSpPr>
          <p:nvPr>
            <p:ph type="subTitle" idx="7"/>
          </p:nvPr>
        </p:nvSpPr>
        <p:spPr>
          <a:xfrm>
            <a:off x="399750" y="1761674"/>
            <a:ext cx="4798200" cy="972000"/>
          </a:xfrm>
          <a:prstGeom prst="rect">
            <a:avLst/>
          </a:prstGeom>
        </p:spPr>
        <p:txBody>
          <a:bodyPr spcFirstLastPara="1" wrap="square" lIns="0" tIns="0" rIns="0" bIns="0" anchor="ctr" anchorCtr="0">
            <a:normAutofit/>
          </a:bodyPr>
          <a:lstStyle/>
          <a:p>
            <a:pPr marL="0" lvl="0" indent="0" algn="l" rtl="0">
              <a:spcBef>
                <a:spcPts val="0"/>
              </a:spcBef>
              <a:spcAft>
                <a:spcPts val="0"/>
              </a:spcAft>
              <a:buNone/>
            </a:pPr>
            <a:r>
              <a:rPr lang="en" sz="2500">
                <a:solidFill>
                  <a:schemeClr val="accent1"/>
                </a:solidFill>
                <a:latin typeface="Arial"/>
                <a:ea typeface="Arial"/>
                <a:cs typeface="Arial"/>
                <a:sym typeface="Arial"/>
              </a:rPr>
              <a:t>✔ </a:t>
            </a:r>
            <a:r>
              <a:rPr lang="en" sz="2500"/>
              <a:t>Country-level drilldown</a:t>
            </a:r>
            <a:endParaRPr sz="2500"/>
          </a:p>
        </p:txBody>
      </p:sp>
      <p:sp>
        <p:nvSpPr>
          <p:cNvPr id="559" name="Google Shape;559;p67"/>
          <p:cNvSpPr txBox="1">
            <a:spLocks noGrp="1"/>
          </p:cNvSpPr>
          <p:nvPr>
            <p:ph type="subTitle" idx="8"/>
          </p:nvPr>
        </p:nvSpPr>
        <p:spPr>
          <a:xfrm>
            <a:off x="399750" y="2841811"/>
            <a:ext cx="4572000" cy="972000"/>
          </a:xfrm>
          <a:prstGeom prst="rect">
            <a:avLst/>
          </a:prstGeom>
        </p:spPr>
        <p:txBody>
          <a:bodyPr spcFirstLastPara="1" wrap="square" lIns="0" tIns="0" rIns="0" bIns="0" anchor="ctr" anchorCtr="0">
            <a:normAutofit/>
          </a:bodyPr>
          <a:lstStyle/>
          <a:p>
            <a:pPr marL="0" lvl="0" indent="0" algn="l" rtl="0">
              <a:spcBef>
                <a:spcPts val="0"/>
              </a:spcBef>
              <a:spcAft>
                <a:spcPts val="0"/>
              </a:spcAft>
              <a:buNone/>
            </a:pPr>
            <a:r>
              <a:rPr lang="en" sz="2500">
                <a:solidFill>
                  <a:schemeClr val="accent1"/>
                </a:solidFill>
                <a:latin typeface="Arial"/>
                <a:ea typeface="Arial"/>
                <a:cs typeface="Arial"/>
                <a:sym typeface="Arial"/>
              </a:rPr>
              <a:t>✔ </a:t>
            </a:r>
            <a:r>
              <a:rPr lang="en" sz="2500"/>
              <a:t>Disruption Events</a:t>
            </a:r>
            <a:endParaRPr sz="2500"/>
          </a:p>
        </p:txBody>
      </p:sp>
      <p:sp>
        <p:nvSpPr>
          <p:cNvPr id="560" name="Google Shape;560;p67"/>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p>
            <a:pPr marL="0" lvl="0" indent="0" algn="r" rtl="0">
              <a:spcBef>
                <a:spcPts val="0"/>
              </a:spcBef>
              <a:spcAft>
                <a:spcPts val="0"/>
              </a:spcAft>
              <a:buNone/>
            </a:pPr>
            <a:fld id="{00000000-1234-1234-1234-123412341234}" type="slidenum">
              <a:rPr lang="en"/>
              <a:t>7</a:t>
            </a:fld>
            <a:endParaRPr/>
          </a:p>
        </p:txBody>
      </p:sp>
      <p:cxnSp>
        <p:nvCxnSpPr>
          <p:cNvPr id="561" name="Google Shape;561;p67"/>
          <p:cNvCxnSpPr/>
          <p:nvPr/>
        </p:nvCxnSpPr>
        <p:spPr>
          <a:xfrm rot="10800000">
            <a:off x="-50" y="3798116"/>
            <a:ext cx="9144000" cy="0"/>
          </a:xfrm>
          <a:prstGeom prst="straightConnector1">
            <a:avLst/>
          </a:prstGeom>
          <a:noFill/>
          <a:ln w="9525" cap="flat" cmpd="sng">
            <a:solidFill>
              <a:schemeClr val="lt1"/>
            </a:solidFill>
            <a:prstDash val="solid"/>
            <a:round/>
            <a:headEnd type="none" w="med" len="med"/>
            <a:tailEnd type="none" w="med" len="med"/>
          </a:ln>
        </p:spPr>
      </p:cxnSp>
      <p:cxnSp>
        <p:nvCxnSpPr>
          <p:cNvPr id="562" name="Google Shape;562;p67"/>
          <p:cNvCxnSpPr/>
          <p:nvPr/>
        </p:nvCxnSpPr>
        <p:spPr>
          <a:xfrm rot="10800000">
            <a:off x="-18167" y="3912004"/>
            <a:ext cx="9144000" cy="0"/>
          </a:xfrm>
          <a:prstGeom prst="straightConnector1">
            <a:avLst/>
          </a:prstGeom>
          <a:noFill/>
          <a:ln w="9525" cap="flat" cmpd="sng">
            <a:solidFill>
              <a:schemeClr val="lt1"/>
            </a:solidFill>
            <a:prstDash val="solid"/>
            <a:round/>
            <a:headEnd type="none" w="med" len="med"/>
            <a:tailEnd type="none" w="med" len="med"/>
          </a:ln>
        </p:spPr>
      </p:cxnSp>
      <p:sp>
        <p:nvSpPr>
          <p:cNvPr id="563" name="Google Shape;563;p67"/>
          <p:cNvSpPr txBox="1">
            <a:spLocks noGrp="1"/>
          </p:cNvSpPr>
          <p:nvPr>
            <p:ph type="subTitle" idx="8"/>
          </p:nvPr>
        </p:nvSpPr>
        <p:spPr>
          <a:xfrm>
            <a:off x="399747" y="4041334"/>
            <a:ext cx="4572000" cy="972000"/>
          </a:xfrm>
          <a:prstGeom prst="rect">
            <a:avLst/>
          </a:prstGeom>
        </p:spPr>
        <p:txBody>
          <a:bodyPr spcFirstLastPara="1" wrap="square" lIns="0" tIns="0" rIns="0" bIns="0" anchor="ctr" anchorCtr="0">
            <a:normAutofit/>
          </a:bodyPr>
          <a:lstStyle/>
          <a:p>
            <a:pPr marL="0" lvl="0" indent="0" algn="l" rtl="0">
              <a:spcBef>
                <a:spcPts val="0"/>
              </a:spcBef>
              <a:spcAft>
                <a:spcPts val="0"/>
              </a:spcAft>
              <a:buClr>
                <a:schemeClr val="lt1"/>
              </a:buClr>
              <a:buSzPts val="1100"/>
              <a:buFont typeface="Arial"/>
              <a:buNone/>
            </a:pPr>
            <a:r>
              <a:rPr lang="en" sz="2500">
                <a:solidFill>
                  <a:schemeClr val="accent1"/>
                </a:solidFill>
                <a:latin typeface="Arial"/>
                <a:ea typeface="Arial"/>
                <a:cs typeface="Arial"/>
                <a:sym typeface="Arial"/>
              </a:rPr>
              <a:t>✔ </a:t>
            </a:r>
            <a:r>
              <a:rPr lang="en" sz="2500"/>
              <a:t>Canada’s trade partners</a:t>
            </a:r>
            <a:endParaRPr sz="2500"/>
          </a:p>
          <a:p>
            <a:pPr marL="0" lvl="0" indent="0" algn="l" rtl="0">
              <a:lnSpc>
                <a:spcPct val="70000"/>
              </a:lnSpc>
              <a:spcBef>
                <a:spcPts val="0"/>
              </a:spcBef>
              <a:spcAft>
                <a:spcPts val="0"/>
              </a:spcAft>
              <a:buSzPts val="853"/>
              <a:buNone/>
            </a:pPr>
            <a:endParaRPr sz="2500"/>
          </a:p>
        </p:txBody>
      </p:sp>
      <p:cxnSp>
        <p:nvCxnSpPr>
          <p:cNvPr id="564" name="Google Shape;564;p67"/>
          <p:cNvCxnSpPr/>
          <p:nvPr/>
        </p:nvCxnSpPr>
        <p:spPr>
          <a:xfrm rot="10800000">
            <a:off x="-18167" y="4877704"/>
            <a:ext cx="9144000" cy="0"/>
          </a:xfrm>
          <a:prstGeom prst="straightConnector1">
            <a:avLst/>
          </a:prstGeom>
          <a:noFill/>
          <a:ln w="9525" cap="flat" cmpd="sng">
            <a:solidFill>
              <a:schemeClr val="lt1"/>
            </a:solidFill>
            <a:prstDash val="solid"/>
            <a:round/>
            <a:headEnd type="none" w="med" len="med"/>
            <a:tailEnd type="none" w="med" len="med"/>
          </a:ln>
        </p:spPr>
      </p:cxnSp>
      <p:pic>
        <p:nvPicPr>
          <p:cNvPr id="565" name="Google Shape;565;p67"/>
          <p:cNvPicPr preferRelativeResize="0"/>
          <p:nvPr/>
        </p:nvPicPr>
        <p:blipFill>
          <a:blip r:embed="rId3">
            <a:alphaModFix/>
          </a:blip>
          <a:stretch>
            <a:fillRect/>
          </a:stretch>
        </p:blipFill>
        <p:spPr>
          <a:xfrm>
            <a:off x="5261554" y="749588"/>
            <a:ext cx="3476625" cy="809625"/>
          </a:xfrm>
          <a:prstGeom prst="rect">
            <a:avLst/>
          </a:prstGeom>
          <a:noFill/>
          <a:ln>
            <a:noFill/>
          </a:ln>
        </p:spPr>
      </p:pic>
      <p:sp>
        <p:nvSpPr>
          <p:cNvPr id="566" name="Google Shape;566;p67"/>
          <p:cNvSpPr txBox="1">
            <a:spLocks noGrp="1"/>
          </p:cNvSpPr>
          <p:nvPr>
            <p:ph type="subTitle" idx="7"/>
          </p:nvPr>
        </p:nvSpPr>
        <p:spPr>
          <a:xfrm>
            <a:off x="5197950" y="1832100"/>
            <a:ext cx="4133400" cy="809700"/>
          </a:xfrm>
          <a:prstGeom prst="rect">
            <a:avLst/>
          </a:prstGeom>
        </p:spPr>
        <p:txBody>
          <a:bodyPr spcFirstLastPara="1" wrap="square" lIns="0" tIns="0" rIns="0" bIns="0" anchor="ctr" anchorCtr="0">
            <a:normAutofit/>
          </a:bodyPr>
          <a:lstStyle/>
          <a:p>
            <a:pPr marL="0" lvl="0" indent="0" algn="l" rtl="0">
              <a:lnSpc>
                <a:spcPct val="70000"/>
              </a:lnSpc>
              <a:spcBef>
                <a:spcPts val="0"/>
              </a:spcBef>
              <a:spcAft>
                <a:spcPts val="0"/>
              </a:spcAft>
              <a:buNone/>
            </a:pPr>
            <a:r>
              <a:rPr lang="en" sz="2400"/>
              <a:t>News articles</a:t>
            </a:r>
            <a:endParaRPr sz="2400"/>
          </a:p>
          <a:p>
            <a:pPr marL="0" lvl="0" indent="0" algn="l" rtl="0">
              <a:lnSpc>
                <a:spcPct val="70000"/>
              </a:lnSpc>
              <a:spcBef>
                <a:spcPts val="0"/>
              </a:spcBef>
              <a:spcAft>
                <a:spcPts val="0"/>
              </a:spcAft>
              <a:buNone/>
            </a:pPr>
            <a:r>
              <a:rPr lang="en" sz="2400"/>
              <a:t>Press releases</a:t>
            </a:r>
            <a:endParaRPr sz="2400"/>
          </a:p>
          <a:p>
            <a:pPr marL="0" lvl="0" indent="0" algn="l" rtl="0">
              <a:lnSpc>
                <a:spcPct val="70000"/>
              </a:lnSpc>
              <a:spcBef>
                <a:spcPts val="0"/>
              </a:spcBef>
              <a:spcAft>
                <a:spcPts val="0"/>
              </a:spcAft>
              <a:buNone/>
            </a:pPr>
            <a:r>
              <a:rPr lang="en" sz="2400"/>
              <a:t>Journals</a:t>
            </a:r>
            <a:endParaRPr sz="2400"/>
          </a:p>
        </p:txBody>
      </p:sp>
      <p:sp>
        <p:nvSpPr>
          <p:cNvPr id="567" name="Google Shape;567;p67"/>
          <p:cNvSpPr txBox="1">
            <a:spLocks noGrp="1"/>
          </p:cNvSpPr>
          <p:nvPr>
            <p:ph type="subTitle" idx="7"/>
          </p:nvPr>
        </p:nvSpPr>
        <p:spPr>
          <a:xfrm>
            <a:off x="5201128" y="2824673"/>
            <a:ext cx="4227600" cy="972000"/>
          </a:xfrm>
          <a:prstGeom prst="rect">
            <a:avLst/>
          </a:prstGeom>
        </p:spPr>
        <p:txBody>
          <a:bodyPr spcFirstLastPara="1" wrap="square" lIns="0" tIns="0" rIns="0" bIns="0" anchor="ctr" anchorCtr="0">
            <a:normAutofit/>
          </a:bodyPr>
          <a:lstStyle/>
          <a:p>
            <a:pPr marL="0" lvl="0" indent="0" algn="l" rtl="0">
              <a:spcBef>
                <a:spcPts val="0"/>
              </a:spcBef>
              <a:spcAft>
                <a:spcPts val="0"/>
              </a:spcAft>
              <a:buNone/>
            </a:pPr>
            <a:r>
              <a:rPr lang="en" sz="2500"/>
              <a:t>EIA</a:t>
            </a:r>
            <a:endParaRPr sz="2500"/>
          </a:p>
          <a:p>
            <a:pPr marL="0" lvl="0" indent="0" algn="l" rtl="0">
              <a:spcBef>
                <a:spcPts val="0"/>
              </a:spcBef>
              <a:spcAft>
                <a:spcPts val="0"/>
              </a:spcAft>
              <a:buNone/>
            </a:pPr>
            <a:r>
              <a:rPr lang="en" sz="2500"/>
              <a:t>Academic papers</a:t>
            </a:r>
            <a:endParaRPr sz="2500"/>
          </a:p>
        </p:txBody>
      </p:sp>
      <p:sp>
        <p:nvSpPr>
          <p:cNvPr id="568" name="Google Shape;568;p67"/>
          <p:cNvSpPr txBox="1">
            <a:spLocks noGrp="1"/>
          </p:cNvSpPr>
          <p:nvPr>
            <p:ph type="subTitle" idx="7"/>
          </p:nvPr>
        </p:nvSpPr>
        <p:spPr>
          <a:xfrm>
            <a:off x="5289051" y="4286803"/>
            <a:ext cx="3855000" cy="972000"/>
          </a:xfrm>
          <a:prstGeom prst="rect">
            <a:avLst/>
          </a:prstGeom>
        </p:spPr>
        <p:txBody>
          <a:bodyPr spcFirstLastPara="1" wrap="square" lIns="0" tIns="0" rIns="0" bIns="0" anchor="ctr" anchorCtr="0">
            <a:normAutofit/>
          </a:bodyPr>
          <a:lstStyle/>
          <a:p>
            <a:pPr marL="0" marR="0" lvl="0" indent="0" algn="l" rtl="0">
              <a:lnSpc>
                <a:spcPct val="90000"/>
              </a:lnSpc>
              <a:spcBef>
                <a:spcPts val="0"/>
              </a:spcBef>
              <a:spcAft>
                <a:spcPts val="0"/>
              </a:spcAft>
              <a:buNone/>
            </a:pPr>
            <a:r>
              <a:rPr lang="en" sz="1614">
                <a:solidFill>
                  <a:srgbClr val="333333"/>
                </a:solidFill>
                <a:highlight>
                  <a:srgbClr val="FFFFFF"/>
                </a:highlight>
              </a:rPr>
              <a:t>Canadian International Merchandise Trade Web Application</a:t>
            </a:r>
            <a:endParaRPr sz="1614">
              <a:solidFill>
                <a:srgbClr val="333333"/>
              </a:solidFill>
              <a:highlight>
                <a:srgbClr val="FFFFFF"/>
              </a:highlight>
            </a:endParaRPr>
          </a:p>
          <a:p>
            <a:pPr marL="0" lvl="0" indent="0" algn="l" rtl="0">
              <a:spcBef>
                <a:spcPts val="0"/>
              </a:spcBef>
              <a:spcAft>
                <a:spcPts val="0"/>
              </a:spcAft>
              <a:buNone/>
            </a:pPr>
            <a:endParaRPr sz="2500">
              <a:solidFill>
                <a:srgbClr val="000000"/>
              </a:solidFill>
              <a:latin typeface="Arial"/>
              <a:ea typeface="Arial"/>
              <a:cs typeface="Arial"/>
              <a:sym typeface="Arial"/>
            </a:endParaRPr>
          </a:p>
        </p:txBody>
      </p:sp>
      <p:pic>
        <p:nvPicPr>
          <p:cNvPr id="569" name="Google Shape;569;p67"/>
          <p:cNvPicPr preferRelativeResize="0"/>
          <p:nvPr/>
        </p:nvPicPr>
        <p:blipFill>
          <a:blip r:embed="rId4">
            <a:alphaModFix/>
          </a:blip>
          <a:stretch>
            <a:fillRect/>
          </a:stretch>
        </p:blipFill>
        <p:spPr>
          <a:xfrm>
            <a:off x="5201125" y="3933465"/>
            <a:ext cx="3350254" cy="44478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73"/>
        <p:cNvGrpSpPr/>
        <p:nvPr/>
      </p:nvGrpSpPr>
      <p:grpSpPr>
        <a:xfrm>
          <a:off x="0" y="0"/>
          <a:ext cx="0" cy="0"/>
          <a:chOff x="0" y="0"/>
          <a:chExt cx="0" cy="0"/>
        </a:xfrm>
      </p:grpSpPr>
      <p:sp>
        <p:nvSpPr>
          <p:cNvPr id="574" name="Google Shape;574;p68"/>
          <p:cNvSpPr txBox="1">
            <a:spLocks noGrp="1"/>
          </p:cNvSpPr>
          <p:nvPr>
            <p:ph type="title"/>
          </p:nvPr>
        </p:nvSpPr>
        <p:spPr>
          <a:xfrm>
            <a:off x="282000" y="132714"/>
            <a:ext cx="4114800" cy="444900"/>
          </a:xfrm>
          <a:prstGeom prst="rect">
            <a:avLst/>
          </a:prstGeom>
          <a:solidFill>
            <a:schemeClr val="lt1"/>
          </a:solidFill>
        </p:spPr>
        <p:txBody>
          <a:bodyPr spcFirstLastPara="1" wrap="square" lIns="91425" tIns="91425" rIns="91425" bIns="91425" anchor="t" anchorCtr="0">
            <a:noAutofit/>
          </a:bodyPr>
          <a:lstStyle/>
          <a:p>
            <a:pPr marL="0" lvl="0" indent="0" algn="l" rtl="0">
              <a:spcBef>
                <a:spcPts val="0"/>
              </a:spcBef>
              <a:spcAft>
                <a:spcPts val="0"/>
              </a:spcAft>
              <a:buNone/>
            </a:pPr>
            <a:r>
              <a:rPr lang="en" sz="2000" b="1">
                <a:solidFill>
                  <a:srgbClr val="F1C232"/>
                </a:solidFill>
              </a:rPr>
              <a:t>The Deliverables</a:t>
            </a:r>
            <a:endParaRPr sz="2000" b="1">
              <a:solidFill>
                <a:srgbClr val="F1C232"/>
              </a:solidFill>
            </a:endParaRPr>
          </a:p>
        </p:txBody>
      </p:sp>
      <p:sp>
        <p:nvSpPr>
          <p:cNvPr id="575" name="Google Shape;575;p68"/>
          <p:cNvSpPr/>
          <p:nvPr/>
        </p:nvSpPr>
        <p:spPr>
          <a:xfrm>
            <a:off x="5476500" y="2681825"/>
            <a:ext cx="963000" cy="1894500"/>
          </a:xfrm>
          <a:prstGeom prst="bracePair">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sp>
        <p:nvSpPr>
          <p:cNvPr id="576" name="Google Shape;576;p68"/>
          <p:cNvSpPr/>
          <p:nvPr/>
        </p:nvSpPr>
        <p:spPr>
          <a:xfrm>
            <a:off x="5476500" y="1062575"/>
            <a:ext cx="963000" cy="1312200"/>
          </a:xfrm>
          <a:prstGeom prst="bracePair">
            <a:avLst/>
          </a:prstGeom>
          <a:noFill/>
          <a:ln w="1905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sp>
        <p:nvSpPr>
          <p:cNvPr id="577" name="Google Shape;577;p68"/>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p>
            <a:pPr marL="0" lvl="0" indent="0" algn="r" rtl="0">
              <a:spcBef>
                <a:spcPts val="0"/>
              </a:spcBef>
              <a:spcAft>
                <a:spcPts val="0"/>
              </a:spcAft>
              <a:buNone/>
            </a:pPr>
            <a:fld id="{00000000-1234-1234-1234-123412341234}" type="slidenum">
              <a:rPr lang="en"/>
              <a:t>8</a:t>
            </a:fld>
            <a:endParaRPr/>
          </a:p>
        </p:txBody>
      </p:sp>
      <p:pic>
        <p:nvPicPr>
          <p:cNvPr id="578" name="Google Shape;578;p68"/>
          <p:cNvPicPr preferRelativeResize="0"/>
          <p:nvPr/>
        </p:nvPicPr>
        <p:blipFill rotWithShape="1">
          <a:blip r:embed="rId3">
            <a:alphaModFix/>
          </a:blip>
          <a:srcRect t="19574" b="10889"/>
          <a:stretch/>
        </p:blipFill>
        <p:spPr>
          <a:xfrm>
            <a:off x="6374463" y="1279699"/>
            <a:ext cx="2384440" cy="877951"/>
          </a:xfrm>
          <a:prstGeom prst="rect">
            <a:avLst/>
          </a:prstGeom>
          <a:noFill/>
          <a:ln>
            <a:noFill/>
          </a:ln>
        </p:spPr>
      </p:pic>
      <p:pic>
        <p:nvPicPr>
          <p:cNvPr id="579" name="Google Shape;579;p68"/>
          <p:cNvPicPr preferRelativeResize="0"/>
          <p:nvPr/>
        </p:nvPicPr>
        <p:blipFill rotWithShape="1">
          <a:blip r:embed="rId4">
            <a:alphaModFix/>
          </a:blip>
          <a:srcRect t="24636" b="20051"/>
          <a:stretch/>
        </p:blipFill>
        <p:spPr>
          <a:xfrm>
            <a:off x="6802050" y="3221975"/>
            <a:ext cx="1373919" cy="759975"/>
          </a:xfrm>
          <a:prstGeom prst="rect">
            <a:avLst/>
          </a:prstGeom>
          <a:noFill/>
          <a:ln>
            <a:noFill/>
          </a:ln>
        </p:spPr>
      </p:pic>
      <p:sp>
        <p:nvSpPr>
          <p:cNvPr id="580" name="Google Shape;580;p68"/>
          <p:cNvSpPr txBox="1">
            <a:spLocks noGrp="1"/>
          </p:cNvSpPr>
          <p:nvPr>
            <p:ph type="body" idx="3"/>
          </p:nvPr>
        </p:nvSpPr>
        <p:spPr>
          <a:xfrm>
            <a:off x="898450" y="752250"/>
            <a:ext cx="5263200" cy="4135200"/>
          </a:xfrm>
          <a:prstGeom prst="rect">
            <a:avLst/>
          </a:prstGeom>
          <a:solidFill>
            <a:srgbClr val="FAFAFA"/>
          </a:solidFill>
        </p:spPr>
        <p:txBody>
          <a:bodyPr spcFirstLastPara="1" wrap="square" lIns="0" tIns="0" rIns="0" bIns="0" anchor="ctr" anchorCtr="0">
            <a:noAutofit/>
          </a:bodyPr>
          <a:lstStyle/>
          <a:p>
            <a:pPr marL="0" lvl="0" indent="0" algn="l" rtl="0">
              <a:lnSpc>
                <a:spcPct val="100000"/>
              </a:lnSpc>
              <a:spcBef>
                <a:spcPts val="0"/>
              </a:spcBef>
              <a:spcAft>
                <a:spcPts val="0"/>
              </a:spcAft>
              <a:buNone/>
            </a:pPr>
            <a:endParaRPr sz="2500"/>
          </a:p>
          <a:p>
            <a:pPr marL="0" lvl="0" indent="0" algn="l" rtl="0">
              <a:lnSpc>
                <a:spcPct val="100000"/>
              </a:lnSpc>
              <a:spcBef>
                <a:spcPts val="0"/>
              </a:spcBef>
              <a:spcAft>
                <a:spcPts val="0"/>
              </a:spcAft>
              <a:buNone/>
            </a:pPr>
            <a:r>
              <a:rPr lang="en" sz="2500">
                <a:solidFill>
                  <a:schemeClr val="accent1"/>
                </a:solidFill>
                <a:latin typeface="Arial"/>
                <a:ea typeface="Arial"/>
                <a:cs typeface="Arial"/>
                <a:sym typeface="Arial"/>
              </a:rPr>
              <a:t>✔ </a:t>
            </a:r>
            <a:r>
              <a:rPr lang="en" sz="2500"/>
              <a:t>Automated Data Pipeline</a:t>
            </a:r>
            <a:endParaRPr sz="2500"/>
          </a:p>
          <a:p>
            <a:pPr marL="0" lvl="0" indent="0" algn="l" rtl="0">
              <a:lnSpc>
                <a:spcPct val="100000"/>
              </a:lnSpc>
              <a:spcBef>
                <a:spcPts val="0"/>
              </a:spcBef>
              <a:spcAft>
                <a:spcPts val="0"/>
              </a:spcAft>
              <a:buNone/>
            </a:pPr>
            <a:endParaRPr sz="2500"/>
          </a:p>
          <a:p>
            <a:pPr marL="0" lvl="0" indent="0" algn="l" rtl="0">
              <a:lnSpc>
                <a:spcPct val="100000"/>
              </a:lnSpc>
              <a:spcBef>
                <a:spcPts val="0"/>
              </a:spcBef>
              <a:spcAft>
                <a:spcPts val="0"/>
              </a:spcAft>
              <a:buNone/>
            </a:pPr>
            <a:r>
              <a:rPr lang="en" sz="2500">
                <a:solidFill>
                  <a:schemeClr val="accent1"/>
                </a:solidFill>
                <a:latin typeface="Arial"/>
                <a:ea typeface="Arial"/>
                <a:cs typeface="Arial"/>
                <a:sym typeface="Arial"/>
              </a:rPr>
              <a:t>✔ </a:t>
            </a:r>
            <a:r>
              <a:rPr lang="en" sz="2500">
                <a:latin typeface="Arial"/>
                <a:ea typeface="Arial"/>
                <a:cs typeface="Arial"/>
                <a:sym typeface="Arial"/>
              </a:rPr>
              <a:t>Reproducible </a:t>
            </a:r>
            <a:r>
              <a:rPr lang="en" sz="2500"/>
              <a:t>Script Library</a:t>
            </a:r>
            <a:endParaRPr sz="2500"/>
          </a:p>
          <a:p>
            <a:pPr marL="0" lvl="0" indent="0" algn="l" rtl="0">
              <a:lnSpc>
                <a:spcPct val="100000"/>
              </a:lnSpc>
              <a:spcBef>
                <a:spcPts val="0"/>
              </a:spcBef>
              <a:spcAft>
                <a:spcPts val="0"/>
              </a:spcAft>
              <a:buNone/>
            </a:pPr>
            <a:endParaRPr sz="2500"/>
          </a:p>
          <a:p>
            <a:pPr marL="0" lvl="0" indent="0" algn="l" rtl="0">
              <a:spcBef>
                <a:spcPts val="0"/>
              </a:spcBef>
              <a:spcAft>
                <a:spcPts val="0"/>
              </a:spcAft>
              <a:buNone/>
            </a:pPr>
            <a:r>
              <a:rPr lang="en" sz="2500">
                <a:solidFill>
                  <a:schemeClr val="accent1"/>
                </a:solidFill>
                <a:latin typeface="Arial"/>
                <a:ea typeface="Arial"/>
                <a:cs typeface="Arial"/>
                <a:sym typeface="Arial"/>
              </a:rPr>
              <a:t>✔ </a:t>
            </a:r>
            <a:r>
              <a:rPr lang="en" sz="2500"/>
              <a:t>Interactive Dashboard</a:t>
            </a:r>
            <a:endParaRPr sz="2500"/>
          </a:p>
          <a:p>
            <a:pPr marL="0" lvl="0" indent="0" algn="l" rtl="0">
              <a:lnSpc>
                <a:spcPct val="100000"/>
              </a:lnSpc>
              <a:spcBef>
                <a:spcPts val="0"/>
              </a:spcBef>
              <a:spcAft>
                <a:spcPts val="0"/>
              </a:spcAft>
              <a:buNone/>
            </a:pPr>
            <a:endParaRPr sz="2500"/>
          </a:p>
          <a:p>
            <a:pPr marL="0" lvl="0" indent="0" algn="l" rtl="0">
              <a:spcBef>
                <a:spcPts val="0"/>
              </a:spcBef>
              <a:spcAft>
                <a:spcPts val="0"/>
              </a:spcAft>
              <a:buNone/>
            </a:pPr>
            <a:r>
              <a:rPr lang="en" sz="2500">
                <a:solidFill>
                  <a:schemeClr val="accent1"/>
                </a:solidFill>
                <a:latin typeface="Arial"/>
                <a:ea typeface="Arial"/>
                <a:cs typeface="Arial"/>
                <a:sym typeface="Arial"/>
              </a:rPr>
              <a:t>✔ </a:t>
            </a:r>
            <a:r>
              <a:rPr lang="en" sz="2500"/>
              <a:t>Forecasts and Scenario Analysis</a:t>
            </a:r>
            <a:endParaRPr sz="2500"/>
          </a:p>
          <a:p>
            <a:pPr marL="0" lvl="0" indent="0" algn="l" rtl="0">
              <a:lnSpc>
                <a:spcPct val="100000"/>
              </a:lnSpc>
              <a:spcBef>
                <a:spcPts val="0"/>
              </a:spcBef>
              <a:spcAft>
                <a:spcPts val="0"/>
              </a:spcAft>
              <a:buNone/>
            </a:pPr>
            <a:endParaRPr sz="2500"/>
          </a:p>
          <a:p>
            <a:pPr marL="0" lvl="0" indent="0" algn="l" rtl="0">
              <a:lnSpc>
                <a:spcPct val="100000"/>
              </a:lnSpc>
              <a:spcBef>
                <a:spcPts val="0"/>
              </a:spcBef>
              <a:spcAft>
                <a:spcPts val="0"/>
              </a:spcAft>
              <a:buNone/>
            </a:pPr>
            <a:r>
              <a:rPr lang="en" sz="2500">
                <a:solidFill>
                  <a:schemeClr val="accent1"/>
                </a:solidFill>
                <a:latin typeface="Arial"/>
                <a:ea typeface="Arial"/>
                <a:cs typeface="Arial"/>
                <a:sym typeface="Arial"/>
              </a:rPr>
              <a:t>✔ </a:t>
            </a:r>
            <a:r>
              <a:rPr lang="en" sz="2500"/>
              <a:t>Risk Index</a:t>
            </a:r>
            <a:endParaRPr sz="2500"/>
          </a:p>
          <a:p>
            <a:pPr marL="0" lvl="0" indent="0" algn="l" rtl="0">
              <a:lnSpc>
                <a:spcPct val="90000"/>
              </a:lnSpc>
              <a:spcBef>
                <a:spcPts val="0"/>
              </a:spcBef>
              <a:spcAft>
                <a:spcPts val="0"/>
              </a:spcAft>
              <a:buClr>
                <a:schemeClr val="lt1"/>
              </a:buClr>
              <a:buSzPts val="1100"/>
              <a:buFont typeface="Arial"/>
              <a:buNone/>
            </a:pPr>
            <a:endParaRPr sz="25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69"/>
          <p:cNvSpPr txBox="1">
            <a:spLocks noGrp="1"/>
          </p:cNvSpPr>
          <p:nvPr>
            <p:ph type="title"/>
          </p:nvPr>
        </p:nvSpPr>
        <p:spPr>
          <a:xfrm>
            <a:off x="342900" y="367175"/>
            <a:ext cx="4227600" cy="2154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000" b="1">
                <a:solidFill>
                  <a:srgbClr val="F1C232"/>
                </a:solidFill>
              </a:rPr>
              <a:t>Methodology</a:t>
            </a:r>
            <a:endParaRPr sz="2000" b="1">
              <a:solidFill>
                <a:srgbClr val="F1C232"/>
              </a:solidFill>
            </a:endParaRPr>
          </a:p>
        </p:txBody>
      </p:sp>
      <p:sp>
        <p:nvSpPr>
          <p:cNvPr id="588" name="Google Shape;588;p69"/>
          <p:cNvSpPr txBox="1">
            <a:spLocks noGrp="1"/>
          </p:cNvSpPr>
          <p:nvPr>
            <p:ph type="subTitle" idx="1"/>
          </p:nvPr>
        </p:nvSpPr>
        <p:spPr>
          <a:xfrm>
            <a:off x="1125100" y="2345400"/>
            <a:ext cx="5559300" cy="77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Time series forecasting</a:t>
            </a:r>
            <a:endParaRPr/>
          </a:p>
        </p:txBody>
      </p:sp>
      <p:sp>
        <p:nvSpPr>
          <p:cNvPr id="590" name="Google Shape;590;p69"/>
          <p:cNvSpPr txBox="1">
            <a:spLocks noGrp="1"/>
          </p:cNvSpPr>
          <p:nvPr>
            <p:ph type="subTitle" idx="5"/>
          </p:nvPr>
        </p:nvSpPr>
        <p:spPr>
          <a:xfrm>
            <a:off x="1125100" y="1555600"/>
            <a:ext cx="5559300" cy="77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Heavy crude estimate</a:t>
            </a:r>
            <a:endParaRPr/>
          </a:p>
        </p:txBody>
      </p:sp>
      <p:sp>
        <p:nvSpPr>
          <p:cNvPr id="592" name="Google Shape;592;p69"/>
          <p:cNvSpPr txBox="1">
            <a:spLocks noGrp="1"/>
          </p:cNvSpPr>
          <p:nvPr>
            <p:ph type="subTitle" idx="7"/>
          </p:nvPr>
        </p:nvSpPr>
        <p:spPr>
          <a:xfrm>
            <a:off x="1125100" y="3123163"/>
            <a:ext cx="5559300" cy="77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Risk Index</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70"/>
          <p:cNvSpPr txBox="1">
            <a:spLocks noGrp="1"/>
          </p:cNvSpPr>
          <p:nvPr>
            <p:ph type="title"/>
          </p:nvPr>
        </p:nvSpPr>
        <p:spPr>
          <a:xfrm>
            <a:off x="282000" y="132714"/>
            <a:ext cx="4114800" cy="444900"/>
          </a:xfrm>
          <a:prstGeom prst="rect">
            <a:avLst/>
          </a:prstGeom>
          <a:solidFill>
            <a:schemeClr val="lt1"/>
          </a:solidFill>
        </p:spPr>
        <p:txBody>
          <a:bodyPr spcFirstLastPara="1" wrap="square" lIns="91425" tIns="91425" rIns="91425" bIns="91425" anchor="t" anchorCtr="0">
            <a:noAutofit/>
          </a:bodyPr>
          <a:lstStyle/>
          <a:p>
            <a:pPr marL="0" lvl="0" indent="0" algn="l" rtl="0">
              <a:spcBef>
                <a:spcPts val="0"/>
              </a:spcBef>
              <a:spcAft>
                <a:spcPts val="0"/>
              </a:spcAft>
              <a:buNone/>
            </a:pPr>
            <a:r>
              <a:rPr lang="en" sz="2000" b="1">
                <a:solidFill>
                  <a:srgbClr val="F1C232"/>
                </a:solidFill>
              </a:rPr>
              <a:t>Heavy Crude Estimation</a:t>
            </a:r>
            <a:endParaRPr sz="2000" b="1">
              <a:solidFill>
                <a:srgbClr val="F1C232"/>
              </a:solidFill>
            </a:endParaRPr>
          </a:p>
        </p:txBody>
      </p:sp>
      <p:sp>
        <p:nvSpPr>
          <p:cNvPr id="602" name="Google Shape;602;p70"/>
          <p:cNvSpPr txBox="1">
            <a:spLocks noGrp="1"/>
          </p:cNvSpPr>
          <p:nvPr>
            <p:ph type="body" idx="2"/>
          </p:nvPr>
        </p:nvSpPr>
        <p:spPr>
          <a:xfrm>
            <a:off x="5757621" y="2167144"/>
            <a:ext cx="3153904" cy="123861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1600" dirty="0"/>
              <a:t>We used multiple sources to arrive at a best estimate for how much of a country’s industry involved extracting heavy crude</a:t>
            </a:r>
            <a:endParaRPr sz="1600" dirty="0"/>
          </a:p>
        </p:txBody>
      </p:sp>
      <p:sp>
        <p:nvSpPr>
          <p:cNvPr id="606" name="Google Shape;606;p70"/>
          <p:cNvSpPr txBox="1">
            <a:spLocks noGrp="1"/>
          </p:cNvSpPr>
          <p:nvPr>
            <p:ph type="subTitle" idx="6"/>
          </p:nvPr>
        </p:nvSpPr>
        <p:spPr>
          <a:xfrm>
            <a:off x="639833" y="1555575"/>
            <a:ext cx="4509600" cy="9720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Total crude</a:t>
            </a:r>
            <a:endParaRPr/>
          </a:p>
        </p:txBody>
      </p:sp>
      <p:sp>
        <p:nvSpPr>
          <p:cNvPr id="607" name="Google Shape;607;p70"/>
          <p:cNvSpPr txBox="1">
            <a:spLocks noGrp="1"/>
          </p:cNvSpPr>
          <p:nvPr>
            <p:ph type="subTitle" idx="7"/>
          </p:nvPr>
        </p:nvSpPr>
        <p:spPr>
          <a:xfrm>
            <a:off x="639833" y="2636275"/>
            <a:ext cx="4509600" cy="972000"/>
          </a:xfrm>
          <a:prstGeom prst="rect">
            <a:avLst/>
          </a:prstGeom>
        </p:spPr>
        <p:txBody>
          <a:bodyPr spcFirstLastPara="1" wrap="square" lIns="0" tIns="0" rIns="0" bIns="0" anchor="t" anchorCtr="0">
            <a:noAutofit/>
          </a:bodyPr>
          <a:lstStyle/>
          <a:p>
            <a:pPr marL="0" lvl="0" indent="0" algn="l" rtl="0">
              <a:lnSpc>
                <a:spcPct val="70000"/>
              </a:lnSpc>
              <a:spcBef>
                <a:spcPts val="0"/>
              </a:spcBef>
              <a:spcAft>
                <a:spcPts val="0"/>
              </a:spcAft>
              <a:buNone/>
            </a:pPr>
            <a:r>
              <a:rPr lang="en"/>
              <a:t>x  % heavy crude</a:t>
            </a:r>
            <a:endParaRPr/>
          </a:p>
        </p:txBody>
      </p:sp>
      <p:sp>
        <p:nvSpPr>
          <p:cNvPr id="608" name="Google Shape;608;p70"/>
          <p:cNvSpPr txBox="1">
            <a:spLocks noGrp="1"/>
          </p:cNvSpPr>
          <p:nvPr>
            <p:ph type="subTitle" idx="8"/>
          </p:nvPr>
        </p:nvSpPr>
        <p:spPr>
          <a:xfrm>
            <a:off x="639825" y="3716975"/>
            <a:ext cx="4876200" cy="972000"/>
          </a:xfrm>
          <a:prstGeom prst="rect">
            <a:avLst/>
          </a:prstGeom>
        </p:spPr>
        <p:txBody>
          <a:bodyPr spcFirstLastPara="1" wrap="square" lIns="0" tIns="0" rIns="0" bIns="0" anchor="t" anchorCtr="0">
            <a:normAutofit/>
          </a:bodyPr>
          <a:lstStyle/>
          <a:p>
            <a:pPr marL="0" lvl="0" indent="0" algn="l" rtl="0">
              <a:lnSpc>
                <a:spcPct val="80000"/>
              </a:lnSpc>
              <a:spcBef>
                <a:spcPts val="0"/>
              </a:spcBef>
              <a:spcAft>
                <a:spcPts val="0"/>
              </a:spcAft>
              <a:buNone/>
            </a:pPr>
            <a:r>
              <a:rPr lang="en" sz="3400"/>
              <a:t>= Heavy crude estimate</a:t>
            </a:r>
            <a:endParaRPr sz="3400"/>
          </a:p>
        </p:txBody>
      </p:sp>
      <p:sp>
        <p:nvSpPr>
          <p:cNvPr id="609" name="Google Shape;609;p70"/>
          <p:cNvSpPr/>
          <p:nvPr/>
        </p:nvSpPr>
        <p:spPr>
          <a:xfrm>
            <a:off x="4851842" y="2656493"/>
            <a:ext cx="548688" cy="259912"/>
          </a:xfrm>
          <a:custGeom>
            <a:avLst/>
            <a:gdLst/>
            <a:ahLst/>
            <a:cxnLst/>
            <a:rect l="l" t="t" r="r" b="b"/>
            <a:pathLst>
              <a:path w="47712" h="22601" extrusionOk="0">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lt1"/>
              </a:solidFill>
              <a:latin typeface="Inter"/>
              <a:ea typeface="Inter"/>
              <a:cs typeface="Inter"/>
              <a:sym typeface="Inte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25"/>
        <p:cNvGrpSpPr/>
        <p:nvPr/>
      </p:nvGrpSpPr>
      <p:grpSpPr>
        <a:xfrm>
          <a:off x="0" y="0"/>
          <a:ext cx="0" cy="0"/>
          <a:chOff x="0" y="0"/>
          <a:chExt cx="0" cy="0"/>
        </a:xfrm>
      </p:grpSpPr>
      <p:graphicFrame>
        <p:nvGraphicFramePr>
          <p:cNvPr id="626" name="Google Shape;626;p72"/>
          <p:cNvGraphicFramePr/>
          <p:nvPr/>
        </p:nvGraphicFramePr>
        <p:xfrm>
          <a:off x="401225" y="1791304"/>
          <a:ext cx="3876325" cy="2338675"/>
        </p:xfrm>
        <a:graphic>
          <a:graphicData uri="http://schemas.openxmlformats.org/drawingml/2006/table">
            <a:tbl>
              <a:tblPr>
                <a:noFill/>
                <a:tableStyleId>{9C29AE5E-98D5-4F9B-A3A0-860BA3021D31}</a:tableStyleId>
              </a:tblPr>
              <a:tblGrid>
                <a:gridCol w="1299075">
                  <a:extLst>
                    <a:ext uri="{9D8B030D-6E8A-4147-A177-3AD203B41FA5}">
                      <a16:colId xmlns:a16="http://schemas.microsoft.com/office/drawing/2014/main" val="20000"/>
                    </a:ext>
                  </a:extLst>
                </a:gridCol>
                <a:gridCol w="2577250">
                  <a:extLst>
                    <a:ext uri="{9D8B030D-6E8A-4147-A177-3AD203B41FA5}">
                      <a16:colId xmlns:a16="http://schemas.microsoft.com/office/drawing/2014/main" val="20001"/>
                    </a:ext>
                  </a:extLst>
                </a:gridCol>
              </a:tblGrid>
              <a:tr h="729375">
                <a:tc>
                  <a:txBody>
                    <a:bodyPr/>
                    <a:lstStyle/>
                    <a:p>
                      <a:pPr marL="0" lvl="0" indent="0" algn="l" rtl="0">
                        <a:spcBef>
                          <a:spcPts val="0"/>
                        </a:spcBef>
                        <a:spcAft>
                          <a:spcPts val="0"/>
                        </a:spcAft>
                        <a:buNone/>
                      </a:pPr>
                      <a:r>
                        <a:rPr lang="en">
                          <a:latin typeface="Nunito"/>
                          <a:ea typeface="Nunito"/>
                          <a:cs typeface="Nunito"/>
                          <a:sym typeface="Nunito"/>
                        </a:rPr>
                        <a:t>The forecast models</a:t>
                      </a:r>
                      <a:endParaRPr>
                        <a:latin typeface="Nunito"/>
                        <a:ea typeface="Nunito"/>
                        <a:cs typeface="Nunito"/>
                        <a:sym typeface="Nunito"/>
                      </a:endParaRPr>
                    </a:p>
                  </a:txBody>
                  <a:tcPr marL="91425" marR="91425" marT="91425" marB="91425"/>
                </a:tc>
                <a:tc>
                  <a:txBody>
                    <a:bodyPr/>
                    <a:lstStyle/>
                    <a:p>
                      <a:pPr marL="0" lvl="0" indent="0" algn="l" rtl="0">
                        <a:spcBef>
                          <a:spcPts val="0"/>
                        </a:spcBef>
                        <a:spcAft>
                          <a:spcPts val="0"/>
                        </a:spcAft>
                        <a:buNone/>
                      </a:pPr>
                      <a:r>
                        <a:rPr lang="en">
                          <a:latin typeface="Nunito"/>
                          <a:ea typeface="Nunito"/>
                          <a:cs typeface="Nunito"/>
                          <a:sym typeface="Nunito"/>
                        </a:rPr>
                        <a:t>ARIMA, SARIMA, Prophet</a:t>
                      </a:r>
                      <a:endParaRPr>
                        <a:latin typeface="Nunito"/>
                        <a:ea typeface="Nunito"/>
                        <a:cs typeface="Nunito"/>
                        <a:sym typeface="Nunito"/>
                      </a:endParaRPr>
                    </a:p>
                  </a:txBody>
                  <a:tcPr marL="91425" marR="91425" marT="91425" marB="91425"/>
                </a:tc>
                <a:extLst>
                  <a:ext uri="{0D108BD9-81ED-4DB2-BD59-A6C34878D82A}">
                    <a16:rowId xmlns:a16="http://schemas.microsoft.com/office/drawing/2014/main" val="10000"/>
                  </a:ext>
                </a:extLst>
              </a:tr>
              <a:tr h="729375">
                <a:tc>
                  <a:txBody>
                    <a:bodyPr/>
                    <a:lstStyle/>
                    <a:p>
                      <a:pPr marL="0" lvl="0" indent="0" algn="l" rtl="0">
                        <a:spcBef>
                          <a:spcPts val="0"/>
                        </a:spcBef>
                        <a:spcAft>
                          <a:spcPts val="0"/>
                        </a:spcAft>
                        <a:buNone/>
                      </a:pPr>
                      <a:r>
                        <a:rPr lang="en">
                          <a:latin typeface="Nunito"/>
                          <a:ea typeface="Nunito"/>
                          <a:cs typeface="Nunito"/>
                          <a:sym typeface="Nunito"/>
                        </a:rPr>
                        <a:t>The forecast horizon</a:t>
                      </a:r>
                      <a:endParaRPr>
                        <a:latin typeface="Nunito"/>
                        <a:ea typeface="Nunito"/>
                        <a:cs typeface="Nunito"/>
                        <a:sym typeface="Nunito"/>
                      </a:endParaRPr>
                    </a:p>
                  </a:txBody>
                  <a:tcPr marL="91425" marR="91425" marT="91425" marB="91425"/>
                </a:tc>
                <a:tc>
                  <a:txBody>
                    <a:bodyPr/>
                    <a:lstStyle/>
                    <a:p>
                      <a:pPr marL="0" lvl="0" indent="0" algn="l" rtl="0">
                        <a:spcBef>
                          <a:spcPts val="0"/>
                        </a:spcBef>
                        <a:spcAft>
                          <a:spcPts val="0"/>
                        </a:spcAft>
                        <a:buNone/>
                      </a:pPr>
                      <a:r>
                        <a:rPr lang="en">
                          <a:latin typeface="Nunito"/>
                          <a:ea typeface="Nunito"/>
                          <a:cs typeface="Nunito"/>
                          <a:sym typeface="Nunito"/>
                        </a:rPr>
                        <a:t>5 years</a:t>
                      </a:r>
                      <a:endParaRPr>
                        <a:latin typeface="Nunito"/>
                        <a:ea typeface="Nunito"/>
                        <a:cs typeface="Nunito"/>
                        <a:sym typeface="Nunito"/>
                      </a:endParaRPr>
                    </a:p>
                  </a:txBody>
                  <a:tcPr marL="91425" marR="91425" marT="91425" marB="91425"/>
                </a:tc>
                <a:extLst>
                  <a:ext uri="{0D108BD9-81ED-4DB2-BD59-A6C34878D82A}">
                    <a16:rowId xmlns:a16="http://schemas.microsoft.com/office/drawing/2014/main" val="10001"/>
                  </a:ext>
                </a:extLst>
              </a:tr>
              <a:tr h="879925">
                <a:tc>
                  <a:txBody>
                    <a:bodyPr/>
                    <a:lstStyle/>
                    <a:p>
                      <a:pPr marL="0" lvl="0" indent="0" algn="l" rtl="0">
                        <a:spcBef>
                          <a:spcPts val="0"/>
                        </a:spcBef>
                        <a:spcAft>
                          <a:spcPts val="0"/>
                        </a:spcAft>
                        <a:buNone/>
                      </a:pPr>
                      <a:r>
                        <a:rPr lang="en">
                          <a:latin typeface="Nunito"/>
                          <a:ea typeface="Nunito"/>
                          <a:cs typeface="Nunito"/>
                          <a:sym typeface="Nunito"/>
                        </a:rPr>
                        <a:t>The methodology</a:t>
                      </a:r>
                      <a:endParaRPr>
                        <a:latin typeface="Nunito"/>
                        <a:ea typeface="Nunito"/>
                        <a:cs typeface="Nunito"/>
                        <a:sym typeface="Nunito"/>
                      </a:endParaRPr>
                    </a:p>
                  </a:txBody>
                  <a:tcPr marL="91425" marR="91425" marT="91425" marB="91425"/>
                </a:tc>
                <a:tc>
                  <a:txBody>
                    <a:bodyPr/>
                    <a:lstStyle/>
                    <a:p>
                      <a:pPr marL="0" lvl="0" indent="0" algn="l" rtl="0">
                        <a:spcBef>
                          <a:spcPts val="0"/>
                        </a:spcBef>
                        <a:spcAft>
                          <a:spcPts val="0"/>
                        </a:spcAft>
                        <a:buNone/>
                      </a:pPr>
                      <a:r>
                        <a:rPr lang="en" sz="1300">
                          <a:solidFill>
                            <a:schemeClr val="lt1"/>
                          </a:solidFill>
                          <a:latin typeface="Nunito"/>
                          <a:ea typeface="Nunito"/>
                          <a:cs typeface="Nunito"/>
                          <a:sym typeface="Nunito"/>
                        </a:rPr>
                        <a:t>grid search, AIC, MAPE</a:t>
                      </a:r>
                      <a:endParaRPr sz="1300">
                        <a:solidFill>
                          <a:schemeClr val="lt1"/>
                        </a:solidFill>
                        <a:latin typeface="Nunito"/>
                        <a:ea typeface="Nunito"/>
                        <a:cs typeface="Nunito"/>
                        <a:sym typeface="Nunito"/>
                      </a:endParaRPr>
                    </a:p>
                  </a:txBody>
                  <a:tcPr marL="91425" marR="91425" marT="91425" marB="91425"/>
                </a:tc>
                <a:extLst>
                  <a:ext uri="{0D108BD9-81ED-4DB2-BD59-A6C34878D82A}">
                    <a16:rowId xmlns:a16="http://schemas.microsoft.com/office/drawing/2014/main" val="10002"/>
                  </a:ext>
                </a:extLst>
              </a:tr>
            </a:tbl>
          </a:graphicData>
        </a:graphic>
      </p:graphicFrame>
      <p:pic>
        <p:nvPicPr>
          <p:cNvPr id="627" name="Google Shape;627;p72"/>
          <p:cNvPicPr preferRelativeResize="0"/>
          <p:nvPr/>
        </p:nvPicPr>
        <p:blipFill>
          <a:blip r:embed="rId3">
            <a:alphaModFix/>
          </a:blip>
          <a:stretch>
            <a:fillRect/>
          </a:stretch>
        </p:blipFill>
        <p:spPr>
          <a:xfrm>
            <a:off x="4475753" y="1601738"/>
            <a:ext cx="4555774" cy="2717789"/>
          </a:xfrm>
          <a:prstGeom prst="rect">
            <a:avLst/>
          </a:prstGeom>
          <a:noFill/>
          <a:ln>
            <a:noFill/>
          </a:ln>
        </p:spPr>
      </p:pic>
      <p:sp>
        <p:nvSpPr>
          <p:cNvPr id="628" name="Google Shape;628;p72"/>
          <p:cNvSpPr txBox="1">
            <a:spLocks noGrp="1"/>
          </p:cNvSpPr>
          <p:nvPr>
            <p:ph type="title"/>
          </p:nvPr>
        </p:nvSpPr>
        <p:spPr>
          <a:xfrm>
            <a:off x="282000" y="276300"/>
            <a:ext cx="3333900" cy="868800"/>
          </a:xfrm>
          <a:prstGeom prst="rect">
            <a:avLst/>
          </a:prstGeom>
          <a:solidFill>
            <a:schemeClr val="lt1"/>
          </a:solidFill>
        </p:spPr>
        <p:txBody>
          <a:bodyPr spcFirstLastPara="1" wrap="square" lIns="91425" tIns="91425" rIns="91425" bIns="91425" anchor="ctr" anchorCtr="0">
            <a:noAutofit/>
          </a:bodyPr>
          <a:lstStyle/>
          <a:p>
            <a:pPr marL="0" lvl="0" indent="0" algn="l" rtl="0">
              <a:spcBef>
                <a:spcPts val="0"/>
              </a:spcBef>
              <a:spcAft>
                <a:spcPts val="0"/>
              </a:spcAft>
              <a:buNone/>
            </a:pPr>
            <a:r>
              <a:rPr lang="en" sz="1800" b="1">
                <a:solidFill>
                  <a:srgbClr val="F1C232"/>
                </a:solidFill>
              </a:rPr>
              <a:t>Time Series Forecasting </a:t>
            </a:r>
            <a:endParaRPr sz="1800" b="1">
              <a:solidFill>
                <a:srgbClr val="F1C232"/>
              </a:solidFill>
            </a:endParaRPr>
          </a:p>
          <a:p>
            <a:pPr marL="0" lvl="0" indent="0" algn="l" rtl="0">
              <a:spcBef>
                <a:spcPts val="0"/>
              </a:spcBef>
              <a:spcAft>
                <a:spcPts val="0"/>
              </a:spcAft>
              <a:buNone/>
            </a:pPr>
            <a:r>
              <a:rPr lang="en" sz="1800" b="1">
                <a:solidFill>
                  <a:srgbClr val="F1C232"/>
                </a:solidFill>
              </a:rPr>
              <a:t>“Baseline” Modelling</a:t>
            </a:r>
            <a:endParaRPr sz="2000" b="1">
              <a:solidFill>
                <a:srgbClr val="F1C23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32"/>
        <p:cNvGrpSpPr/>
        <p:nvPr/>
      </p:nvGrpSpPr>
      <p:grpSpPr>
        <a:xfrm>
          <a:off x="0" y="0"/>
          <a:ext cx="0" cy="0"/>
          <a:chOff x="0" y="0"/>
          <a:chExt cx="0" cy="0"/>
        </a:xfrm>
      </p:grpSpPr>
      <p:sp>
        <p:nvSpPr>
          <p:cNvPr id="633" name="Google Shape;633;p73"/>
          <p:cNvSpPr txBox="1">
            <a:spLocks noGrp="1"/>
          </p:cNvSpPr>
          <p:nvPr>
            <p:ph type="title"/>
          </p:nvPr>
        </p:nvSpPr>
        <p:spPr>
          <a:xfrm>
            <a:off x="282000" y="276300"/>
            <a:ext cx="3333900" cy="703500"/>
          </a:xfrm>
          <a:prstGeom prst="rect">
            <a:avLst/>
          </a:prstGeom>
          <a:solidFill>
            <a:schemeClr val="lt1"/>
          </a:solidFill>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rgbClr val="F1C232"/>
                </a:solidFill>
              </a:rPr>
              <a:t>Time Series Forecasting </a:t>
            </a:r>
            <a:endParaRPr sz="1800" b="1">
              <a:solidFill>
                <a:srgbClr val="F1C232"/>
              </a:solidFill>
            </a:endParaRPr>
          </a:p>
          <a:p>
            <a:pPr marL="0" lvl="0" indent="0" algn="l" rtl="0">
              <a:spcBef>
                <a:spcPts val="0"/>
              </a:spcBef>
              <a:spcAft>
                <a:spcPts val="0"/>
              </a:spcAft>
              <a:buNone/>
            </a:pPr>
            <a:r>
              <a:rPr lang="en" sz="1800" b="1">
                <a:solidFill>
                  <a:srgbClr val="F1C232"/>
                </a:solidFill>
              </a:rPr>
              <a:t>“</a:t>
            </a:r>
            <a:r>
              <a:rPr lang="en" b="1">
                <a:solidFill>
                  <a:srgbClr val="F1C232"/>
                </a:solidFill>
              </a:rPr>
              <a:t>Scenario</a:t>
            </a:r>
            <a:r>
              <a:rPr lang="en" sz="1800" b="1">
                <a:solidFill>
                  <a:srgbClr val="F1C232"/>
                </a:solidFill>
              </a:rPr>
              <a:t>” Modelling</a:t>
            </a:r>
            <a:endParaRPr sz="2000" b="1">
              <a:solidFill>
                <a:srgbClr val="F1C232"/>
              </a:solidFill>
            </a:endParaRPr>
          </a:p>
        </p:txBody>
      </p:sp>
      <p:sp>
        <p:nvSpPr>
          <p:cNvPr id="634" name="Google Shape;634;p73"/>
          <p:cNvSpPr txBox="1">
            <a:spLocks noGrp="1"/>
          </p:cNvSpPr>
          <p:nvPr>
            <p:ph type="subTitle" idx="6"/>
          </p:nvPr>
        </p:nvSpPr>
        <p:spPr>
          <a:xfrm>
            <a:off x="4571999" y="1233983"/>
            <a:ext cx="4022077" cy="972000"/>
          </a:xfrm>
          <a:prstGeom prst="rect">
            <a:avLst/>
          </a:prstGeom>
        </p:spPr>
        <p:txBody>
          <a:bodyPr spcFirstLastPara="1" wrap="square" lIns="0" tIns="0" rIns="0" bIns="0" anchor="t" anchorCtr="0">
            <a:normAutofit fontScale="92500"/>
          </a:bodyPr>
          <a:lstStyle/>
          <a:p>
            <a:pPr marL="457200" lvl="0" indent="-381000" algn="l" rtl="0">
              <a:lnSpc>
                <a:spcPct val="100000"/>
              </a:lnSpc>
              <a:spcBef>
                <a:spcPts val="0"/>
              </a:spcBef>
              <a:spcAft>
                <a:spcPts val="0"/>
              </a:spcAft>
              <a:buSzPts val="2400"/>
              <a:buFont typeface="Arial" panose="020B0604020202020204" pitchFamily="34" charset="0"/>
              <a:buChar char="•"/>
            </a:pPr>
            <a:r>
              <a:rPr lang="en" sz="2400" dirty="0"/>
              <a:t>Compare baseline country forecasts to scenarios</a:t>
            </a:r>
            <a:endParaRPr sz="2400" dirty="0"/>
          </a:p>
        </p:txBody>
      </p:sp>
      <p:sp>
        <p:nvSpPr>
          <p:cNvPr id="635" name="Google Shape;635;p73"/>
          <p:cNvSpPr txBox="1">
            <a:spLocks noGrp="1"/>
          </p:cNvSpPr>
          <p:nvPr>
            <p:ph type="subTitle" idx="8"/>
          </p:nvPr>
        </p:nvSpPr>
        <p:spPr>
          <a:xfrm>
            <a:off x="549924" y="1233983"/>
            <a:ext cx="3631200" cy="1311600"/>
          </a:xfrm>
          <a:prstGeom prst="rect">
            <a:avLst/>
          </a:prstGeom>
        </p:spPr>
        <p:txBody>
          <a:bodyPr spcFirstLastPara="1" wrap="square" lIns="0" tIns="0" rIns="0" bIns="0" anchor="t" anchorCtr="0">
            <a:normAutofit/>
          </a:bodyPr>
          <a:lstStyle/>
          <a:p>
            <a:pPr marL="457200" lvl="0" indent="-381000" algn="l" rtl="0">
              <a:spcBef>
                <a:spcPts val="0"/>
              </a:spcBef>
              <a:spcAft>
                <a:spcPts val="0"/>
              </a:spcAft>
              <a:buSzPts val="2400"/>
              <a:buFont typeface="Arial" panose="020B0604020202020204" pitchFamily="34" charset="0"/>
              <a:buChar char="•"/>
            </a:pPr>
            <a:r>
              <a:rPr lang="en" sz="2200" dirty="0"/>
              <a:t>Binary exogenous variables to model each scenario</a:t>
            </a:r>
            <a:endParaRPr sz="2200" dirty="0"/>
          </a:p>
        </p:txBody>
      </p:sp>
      <p:pic>
        <p:nvPicPr>
          <p:cNvPr id="636" name="Google Shape;636;p73"/>
          <p:cNvPicPr preferRelativeResize="0"/>
          <p:nvPr/>
        </p:nvPicPr>
        <p:blipFill>
          <a:blip r:embed="rId3">
            <a:alphaModFix/>
          </a:blip>
          <a:stretch>
            <a:fillRect/>
          </a:stretch>
        </p:blipFill>
        <p:spPr>
          <a:xfrm>
            <a:off x="968644" y="2205983"/>
            <a:ext cx="7330698" cy="293751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1" name="Google Shape;641;p74"/>
          <p:cNvSpPr txBox="1">
            <a:spLocks noGrp="1"/>
          </p:cNvSpPr>
          <p:nvPr>
            <p:ph type="title"/>
          </p:nvPr>
        </p:nvSpPr>
        <p:spPr>
          <a:xfrm>
            <a:off x="283850" y="285900"/>
            <a:ext cx="4227600" cy="2355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b="1" u="sng">
                <a:solidFill>
                  <a:srgbClr val="F1C232"/>
                </a:solidFill>
              </a:rPr>
              <a:t>Canada’s Risk Index</a:t>
            </a:r>
            <a:endParaRPr b="1" u="sng">
              <a:solidFill>
                <a:srgbClr val="F1C232"/>
              </a:solidFill>
            </a:endParaRPr>
          </a:p>
        </p:txBody>
      </p:sp>
      <p:sp>
        <p:nvSpPr>
          <p:cNvPr id="644" name="Google Shape;644;p74"/>
          <p:cNvSpPr txBox="1">
            <a:spLocks noGrp="1"/>
          </p:cNvSpPr>
          <p:nvPr>
            <p:ph type="subTitle" idx="6"/>
          </p:nvPr>
        </p:nvSpPr>
        <p:spPr>
          <a:xfrm>
            <a:off x="288625" y="1124667"/>
            <a:ext cx="4509600" cy="5532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Shock</a:t>
            </a:r>
            <a:endParaRPr sz="8000"/>
          </a:p>
        </p:txBody>
      </p:sp>
      <p:sp>
        <p:nvSpPr>
          <p:cNvPr id="645" name="Google Shape;645;p74"/>
          <p:cNvSpPr txBox="1">
            <a:spLocks noGrp="1"/>
          </p:cNvSpPr>
          <p:nvPr>
            <p:ph type="subTitle" idx="7"/>
          </p:nvPr>
        </p:nvSpPr>
        <p:spPr>
          <a:xfrm>
            <a:off x="288625" y="2090319"/>
            <a:ext cx="4509600" cy="9720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x Exposure</a:t>
            </a:r>
            <a:endParaRPr sz="8000"/>
          </a:p>
        </p:txBody>
      </p:sp>
      <p:sp>
        <p:nvSpPr>
          <p:cNvPr id="646" name="Google Shape;646;p74"/>
          <p:cNvSpPr txBox="1">
            <a:spLocks noGrp="1"/>
          </p:cNvSpPr>
          <p:nvPr>
            <p:ph type="subTitle" idx="8"/>
          </p:nvPr>
        </p:nvSpPr>
        <p:spPr>
          <a:xfrm>
            <a:off x="288625" y="3446941"/>
            <a:ext cx="4509600" cy="9720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 Risk Index</a:t>
            </a:r>
            <a:endParaRPr/>
          </a:p>
        </p:txBody>
      </p:sp>
      <p:pic>
        <p:nvPicPr>
          <p:cNvPr id="647" name="Google Shape;647;p74"/>
          <p:cNvPicPr preferRelativeResize="0"/>
          <p:nvPr/>
        </p:nvPicPr>
        <p:blipFill>
          <a:blip r:embed="rId3">
            <a:alphaModFix/>
          </a:blip>
          <a:stretch>
            <a:fillRect/>
          </a:stretch>
        </p:blipFill>
        <p:spPr>
          <a:xfrm>
            <a:off x="3180088" y="3011875"/>
            <a:ext cx="5812018" cy="1572600"/>
          </a:xfrm>
          <a:prstGeom prst="rect">
            <a:avLst/>
          </a:prstGeom>
          <a:noFill/>
          <a:ln>
            <a:noFill/>
          </a:ln>
        </p:spPr>
      </p:pic>
      <p:cxnSp>
        <p:nvCxnSpPr>
          <p:cNvPr id="648" name="Google Shape;648;p74"/>
          <p:cNvCxnSpPr/>
          <p:nvPr/>
        </p:nvCxnSpPr>
        <p:spPr>
          <a:xfrm>
            <a:off x="13648300" y="2578300"/>
            <a:ext cx="1572600" cy="1572600"/>
          </a:xfrm>
          <a:prstGeom prst="straightConnector1">
            <a:avLst/>
          </a:prstGeom>
          <a:noFill/>
          <a:ln w="9525" cap="flat" cmpd="sng">
            <a:solidFill>
              <a:schemeClr val="dk2"/>
            </a:solidFill>
            <a:prstDash val="solid"/>
            <a:round/>
            <a:headEnd type="none" w="med" len="med"/>
            <a:tailEnd type="none" w="med" len="med"/>
          </a:ln>
        </p:spPr>
      </p:cxnSp>
      <p:sp>
        <p:nvSpPr>
          <p:cNvPr id="649" name="Google Shape;649;p74"/>
          <p:cNvSpPr txBox="1"/>
          <p:nvPr/>
        </p:nvSpPr>
        <p:spPr>
          <a:xfrm>
            <a:off x="3294500" y="2119863"/>
            <a:ext cx="5320800" cy="697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200">
              <a:solidFill>
                <a:schemeClr val="lt1"/>
              </a:solidFill>
              <a:latin typeface="Inter"/>
              <a:ea typeface="Inter"/>
              <a:cs typeface="Inter"/>
              <a:sym typeface="Inter"/>
            </a:endParaRPr>
          </a:p>
        </p:txBody>
      </p:sp>
      <p:pic>
        <p:nvPicPr>
          <p:cNvPr id="650" name="Google Shape;650;p74"/>
          <p:cNvPicPr preferRelativeResize="0"/>
          <p:nvPr/>
        </p:nvPicPr>
        <p:blipFill>
          <a:blip r:embed="rId4">
            <a:alphaModFix/>
          </a:blip>
          <a:stretch>
            <a:fillRect/>
          </a:stretch>
        </p:blipFill>
        <p:spPr>
          <a:xfrm>
            <a:off x="4891684" y="1124608"/>
            <a:ext cx="2659023" cy="553275"/>
          </a:xfrm>
          <a:prstGeom prst="rect">
            <a:avLst/>
          </a:prstGeom>
          <a:noFill/>
          <a:ln>
            <a:noFill/>
          </a:ln>
        </p:spPr>
      </p:pic>
      <p:pic>
        <p:nvPicPr>
          <p:cNvPr id="651" name="Google Shape;651;p74"/>
          <p:cNvPicPr preferRelativeResize="0"/>
          <p:nvPr/>
        </p:nvPicPr>
        <p:blipFill>
          <a:blip r:embed="rId5">
            <a:alphaModFix/>
          </a:blip>
          <a:stretch>
            <a:fillRect/>
          </a:stretch>
        </p:blipFill>
        <p:spPr>
          <a:xfrm>
            <a:off x="2985250" y="1967886"/>
            <a:ext cx="6071000" cy="739239"/>
          </a:xfrm>
          <a:prstGeom prst="rect">
            <a:avLst/>
          </a:prstGeom>
          <a:noFill/>
          <a:ln>
            <a:noFill/>
          </a:ln>
        </p:spPr>
      </p:pic>
      <p:sp>
        <p:nvSpPr>
          <p:cNvPr id="652" name="Google Shape;652;p74"/>
          <p:cNvSpPr txBox="1">
            <a:spLocks noGrp="1"/>
          </p:cNvSpPr>
          <p:nvPr>
            <p:ph type="title"/>
          </p:nvPr>
        </p:nvSpPr>
        <p:spPr>
          <a:xfrm>
            <a:off x="282000" y="132714"/>
            <a:ext cx="4114800" cy="444900"/>
          </a:xfrm>
          <a:prstGeom prst="rect">
            <a:avLst/>
          </a:prstGeom>
          <a:solidFill>
            <a:schemeClr val="lt1"/>
          </a:solidFill>
        </p:spPr>
        <p:txBody>
          <a:bodyPr spcFirstLastPara="1" wrap="square" lIns="91425" tIns="91425" rIns="91425" bIns="91425" anchor="t" anchorCtr="0">
            <a:noAutofit/>
          </a:bodyPr>
          <a:lstStyle/>
          <a:p>
            <a:pPr marL="0" lvl="0" indent="0" algn="l" rtl="0">
              <a:spcBef>
                <a:spcPts val="0"/>
              </a:spcBef>
              <a:spcAft>
                <a:spcPts val="0"/>
              </a:spcAft>
              <a:buNone/>
            </a:pPr>
            <a:r>
              <a:rPr lang="en" sz="2000" b="1">
                <a:solidFill>
                  <a:srgbClr val="F1C232"/>
                </a:solidFill>
              </a:rPr>
              <a:t>Canada Risk Index</a:t>
            </a:r>
            <a:endParaRPr sz="2000" b="1">
              <a:solidFill>
                <a:srgbClr val="F1C23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657" name="Google Shape;657;p75"/>
          <p:cNvSpPr txBox="1">
            <a:spLocks noGrp="1"/>
          </p:cNvSpPr>
          <p:nvPr>
            <p:ph type="title"/>
          </p:nvPr>
        </p:nvSpPr>
        <p:spPr>
          <a:xfrm>
            <a:off x="402150" y="367175"/>
            <a:ext cx="4227600" cy="2154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000" b="1">
                <a:solidFill>
                  <a:srgbClr val="F1C232"/>
                </a:solidFill>
              </a:rPr>
              <a:t>Results and Analysis</a:t>
            </a:r>
            <a:endParaRPr sz="2000" b="1">
              <a:solidFill>
                <a:srgbClr val="F1C232"/>
              </a:solidFill>
            </a:endParaRPr>
          </a:p>
        </p:txBody>
      </p:sp>
      <p:sp>
        <p:nvSpPr>
          <p:cNvPr id="658" name="Google Shape;658;p75"/>
          <p:cNvSpPr txBox="1">
            <a:spLocks noGrp="1"/>
          </p:cNvSpPr>
          <p:nvPr>
            <p:ph type="subTitle" idx="5"/>
          </p:nvPr>
        </p:nvSpPr>
        <p:spPr>
          <a:xfrm>
            <a:off x="709000" y="858758"/>
            <a:ext cx="7688100" cy="3570000"/>
          </a:xfrm>
          <a:prstGeom prst="rect">
            <a:avLst/>
          </a:prstGeom>
        </p:spPr>
        <p:txBody>
          <a:bodyPr spcFirstLastPara="1" wrap="square" lIns="0" tIns="0" rIns="0" bIns="0" anchor="ctr" anchorCtr="0">
            <a:noAutofit/>
          </a:bodyPr>
          <a:lstStyle/>
          <a:p>
            <a:pPr marL="558800" lvl="0" indent="-457200" algn="l" rtl="0">
              <a:lnSpc>
                <a:spcPct val="85000"/>
              </a:lnSpc>
              <a:spcBef>
                <a:spcPts val="0"/>
              </a:spcBef>
              <a:spcAft>
                <a:spcPts val="0"/>
              </a:spcAft>
              <a:buSzPts val="2000"/>
              <a:buFont typeface="+mj-lt"/>
              <a:buAutoNum type="arabicPeriod"/>
            </a:pPr>
            <a:r>
              <a:rPr lang="en" sz="2000" dirty="0"/>
              <a:t>How has the global mix of heavy crude changed over time?</a:t>
            </a:r>
            <a:br>
              <a:rPr lang="en" sz="2000" dirty="0"/>
            </a:br>
            <a:endParaRPr sz="2000" dirty="0"/>
          </a:p>
          <a:p>
            <a:pPr marL="558800" lvl="0" indent="-457200" algn="l" rtl="0">
              <a:lnSpc>
                <a:spcPct val="85000"/>
              </a:lnSpc>
              <a:spcBef>
                <a:spcPts val="0"/>
              </a:spcBef>
              <a:spcAft>
                <a:spcPts val="0"/>
              </a:spcAft>
              <a:buSzPts val="2000"/>
              <a:buFont typeface="+mj-lt"/>
              <a:buAutoNum type="arabicPeriod"/>
            </a:pPr>
            <a:r>
              <a:rPr lang="en" sz="2000" dirty="0"/>
              <a:t>Which countries produce and consume heavy oil, and how has this changed across historical disruptions?</a:t>
            </a:r>
            <a:br>
              <a:rPr lang="en" sz="2000" dirty="0"/>
            </a:br>
            <a:endParaRPr sz="2000" dirty="0"/>
          </a:p>
          <a:p>
            <a:pPr marL="558800" lvl="0" indent="-457200" algn="l" rtl="0">
              <a:lnSpc>
                <a:spcPct val="85000"/>
              </a:lnSpc>
              <a:spcBef>
                <a:spcPts val="0"/>
              </a:spcBef>
              <a:spcAft>
                <a:spcPts val="0"/>
              </a:spcAft>
              <a:buSzPts val="2000"/>
              <a:buFont typeface="+mj-lt"/>
              <a:buAutoNum type="arabicPeriod"/>
            </a:pPr>
            <a:r>
              <a:rPr lang="en" sz="2000" dirty="0"/>
              <a:t>How concentrated is global heavy crude production?</a:t>
            </a:r>
            <a:br>
              <a:rPr lang="en" sz="2000" dirty="0"/>
            </a:br>
            <a:endParaRPr sz="2000" dirty="0"/>
          </a:p>
          <a:p>
            <a:pPr marL="558800" lvl="0" indent="-457200" algn="l" rtl="0">
              <a:lnSpc>
                <a:spcPct val="85000"/>
              </a:lnSpc>
              <a:spcBef>
                <a:spcPts val="0"/>
              </a:spcBef>
              <a:spcAft>
                <a:spcPts val="0"/>
              </a:spcAft>
              <a:buSzPts val="2000"/>
              <a:buFont typeface="+mj-lt"/>
              <a:buAutoNum type="arabicPeriod"/>
            </a:pPr>
            <a:r>
              <a:rPr lang="en" sz="2000" dirty="0"/>
              <a:t>Which countries are structurally dependent on heavy crude?</a:t>
            </a:r>
            <a:br>
              <a:rPr lang="en" sz="2000" dirty="0"/>
            </a:br>
            <a:endParaRPr sz="2000" dirty="0"/>
          </a:p>
          <a:p>
            <a:pPr marL="558800" lvl="0" indent="-457200" algn="l" rtl="0">
              <a:lnSpc>
                <a:spcPct val="85000"/>
              </a:lnSpc>
              <a:spcBef>
                <a:spcPts val="0"/>
              </a:spcBef>
              <a:spcAft>
                <a:spcPts val="0"/>
              </a:spcAft>
              <a:buSzPts val="2000"/>
              <a:buFont typeface="+mj-lt"/>
              <a:buAutoNum type="arabicPeriod"/>
            </a:pPr>
            <a:r>
              <a:rPr lang="en" sz="2000" dirty="0"/>
              <a:t>What strategic role could Canada play in mitigating future heavy crude shortages?</a:t>
            </a:r>
            <a:endParaRPr sz="2000" dirty="0"/>
          </a:p>
        </p:txBody>
      </p:sp>
      <p:pic>
        <p:nvPicPr>
          <p:cNvPr id="659" name="Google Shape;659;p75">
            <a:hlinkClick r:id="rId3"/>
          </p:cNvPr>
          <p:cNvPicPr preferRelativeResize="0"/>
          <p:nvPr/>
        </p:nvPicPr>
        <p:blipFill rotWithShape="1">
          <a:blip r:embed="rId4">
            <a:alphaModFix/>
          </a:blip>
          <a:srcRect l="57857" t="19800" b="20053"/>
          <a:stretch/>
        </p:blipFill>
        <p:spPr>
          <a:xfrm>
            <a:off x="8204381" y="4334656"/>
            <a:ext cx="652474" cy="6981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63"/>
        <p:cNvGrpSpPr/>
        <p:nvPr/>
      </p:nvGrpSpPr>
      <p:grpSpPr>
        <a:xfrm>
          <a:off x="0" y="0"/>
          <a:ext cx="0" cy="0"/>
          <a:chOff x="0" y="0"/>
          <a:chExt cx="0" cy="0"/>
        </a:xfrm>
      </p:grpSpPr>
      <p:sp>
        <p:nvSpPr>
          <p:cNvPr id="664" name="Google Shape;664;p76"/>
          <p:cNvSpPr txBox="1">
            <a:spLocks noGrp="1"/>
          </p:cNvSpPr>
          <p:nvPr>
            <p:ph type="title"/>
          </p:nvPr>
        </p:nvSpPr>
        <p:spPr>
          <a:xfrm>
            <a:off x="402150" y="367175"/>
            <a:ext cx="4227600" cy="2154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000" b="1">
                <a:solidFill>
                  <a:srgbClr val="F1C232"/>
                </a:solidFill>
              </a:rPr>
              <a:t>Results and Analysis</a:t>
            </a:r>
            <a:endParaRPr sz="2000" b="1">
              <a:solidFill>
                <a:srgbClr val="F1C232"/>
              </a:solidFill>
            </a:endParaRPr>
          </a:p>
        </p:txBody>
      </p:sp>
      <p:sp>
        <p:nvSpPr>
          <p:cNvPr id="665" name="Google Shape;665;p76"/>
          <p:cNvSpPr txBox="1">
            <a:spLocks noGrp="1"/>
          </p:cNvSpPr>
          <p:nvPr>
            <p:ph type="subTitle" idx="5"/>
          </p:nvPr>
        </p:nvSpPr>
        <p:spPr>
          <a:xfrm>
            <a:off x="709000" y="858758"/>
            <a:ext cx="7688100" cy="3570000"/>
          </a:xfrm>
          <a:prstGeom prst="rect">
            <a:avLst/>
          </a:prstGeom>
        </p:spPr>
        <p:txBody>
          <a:bodyPr spcFirstLastPara="1" wrap="square" lIns="0" tIns="0" rIns="0" bIns="0" anchor="ctr" anchorCtr="0">
            <a:noAutofit/>
          </a:bodyPr>
          <a:lstStyle/>
          <a:p>
            <a:pPr marL="558800" lvl="0" indent="-457200" algn="l" rtl="0">
              <a:lnSpc>
                <a:spcPct val="85000"/>
              </a:lnSpc>
              <a:spcBef>
                <a:spcPts val="0"/>
              </a:spcBef>
              <a:spcAft>
                <a:spcPts val="0"/>
              </a:spcAft>
              <a:buSzPts val="2000"/>
              <a:buFont typeface="+mj-lt"/>
              <a:buAutoNum type="arabicPeriod"/>
            </a:pPr>
            <a:r>
              <a:rPr lang="en" sz="2000" dirty="0">
                <a:solidFill>
                  <a:schemeClr val="accent2"/>
                </a:solidFill>
              </a:rPr>
              <a:t>How has the global mix of heavy crude changed over time?</a:t>
            </a:r>
            <a:br>
              <a:rPr lang="en" sz="2000" dirty="0"/>
            </a:br>
            <a:endParaRPr sz="2000" dirty="0"/>
          </a:p>
          <a:p>
            <a:pPr marL="558800" lvl="0" indent="-457200" algn="l" rtl="0">
              <a:lnSpc>
                <a:spcPct val="85000"/>
              </a:lnSpc>
              <a:spcBef>
                <a:spcPts val="0"/>
              </a:spcBef>
              <a:spcAft>
                <a:spcPts val="0"/>
              </a:spcAft>
              <a:buSzPts val="2000"/>
              <a:buFont typeface="+mj-lt"/>
              <a:buAutoNum type="arabicPeriod"/>
            </a:pPr>
            <a:r>
              <a:rPr lang="en" sz="2000" dirty="0"/>
              <a:t>Which countries produce and consume heavy oil, and how has this changed across historical disruptions?</a:t>
            </a:r>
            <a:br>
              <a:rPr lang="en" sz="2000" dirty="0"/>
            </a:br>
            <a:endParaRPr sz="2000" dirty="0"/>
          </a:p>
          <a:p>
            <a:pPr marL="558800" lvl="0" indent="-457200" algn="l" rtl="0">
              <a:lnSpc>
                <a:spcPct val="85000"/>
              </a:lnSpc>
              <a:spcBef>
                <a:spcPts val="0"/>
              </a:spcBef>
              <a:spcAft>
                <a:spcPts val="0"/>
              </a:spcAft>
              <a:buSzPts val="2000"/>
              <a:buFont typeface="+mj-lt"/>
              <a:buAutoNum type="arabicPeriod"/>
            </a:pPr>
            <a:r>
              <a:rPr lang="en" sz="2000" dirty="0"/>
              <a:t>How concentrated is global heavy crude production?</a:t>
            </a:r>
            <a:br>
              <a:rPr lang="en" sz="2000" dirty="0"/>
            </a:br>
            <a:endParaRPr sz="2000" dirty="0"/>
          </a:p>
          <a:p>
            <a:pPr marL="558800" lvl="0" indent="-457200" algn="l" rtl="0">
              <a:lnSpc>
                <a:spcPct val="85000"/>
              </a:lnSpc>
              <a:spcBef>
                <a:spcPts val="0"/>
              </a:spcBef>
              <a:spcAft>
                <a:spcPts val="0"/>
              </a:spcAft>
              <a:buSzPts val="2000"/>
              <a:buFont typeface="+mj-lt"/>
              <a:buAutoNum type="arabicPeriod"/>
            </a:pPr>
            <a:r>
              <a:rPr lang="en" sz="2000" dirty="0"/>
              <a:t>Which countries are structurally dependent on heavy crude?</a:t>
            </a:r>
            <a:br>
              <a:rPr lang="en" sz="2000" dirty="0"/>
            </a:br>
            <a:endParaRPr sz="2000" dirty="0"/>
          </a:p>
          <a:p>
            <a:pPr marL="558800" lvl="0" indent="-457200" algn="l" rtl="0">
              <a:lnSpc>
                <a:spcPct val="85000"/>
              </a:lnSpc>
              <a:spcBef>
                <a:spcPts val="0"/>
              </a:spcBef>
              <a:spcAft>
                <a:spcPts val="0"/>
              </a:spcAft>
              <a:buSzPts val="2000"/>
              <a:buFont typeface="+mj-lt"/>
              <a:buAutoNum type="arabicPeriod"/>
            </a:pPr>
            <a:r>
              <a:rPr lang="en" sz="2000" dirty="0"/>
              <a:t>What strategic role could Canada play in mitigating future heavy crude shortages?</a:t>
            </a:r>
            <a:endParaRPr sz="2000" dirty="0"/>
          </a:p>
        </p:txBody>
      </p:sp>
      <p:pic>
        <p:nvPicPr>
          <p:cNvPr id="666" name="Google Shape;666;p76">
            <a:hlinkClick r:id="rId3"/>
          </p:cNvPr>
          <p:cNvPicPr preferRelativeResize="0"/>
          <p:nvPr/>
        </p:nvPicPr>
        <p:blipFill rotWithShape="1">
          <a:blip r:embed="rId4">
            <a:alphaModFix/>
          </a:blip>
          <a:srcRect l="57857" t="19800" b="20053"/>
          <a:stretch/>
        </p:blipFill>
        <p:spPr>
          <a:xfrm>
            <a:off x="8204381" y="4334656"/>
            <a:ext cx="652474" cy="6981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1" name="Google Shape;671;p77"/>
          <p:cNvSpPr txBox="1">
            <a:spLocks noGrp="1"/>
          </p:cNvSpPr>
          <p:nvPr>
            <p:ph type="title"/>
          </p:nvPr>
        </p:nvSpPr>
        <p:spPr>
          <a:xfrm>
            <a:off x="283850" y="285900"/>
            <a:ext cx="4227600" cy="193800"/>
          </a:xfrm>
          <a:prstGeom prst="rect">
            <a:avLst/>
          </a:prstGeom>
        </p:spPr>
        <p:txBody>
          <a:bodyPr spcFirstLastPara="1" wrap="square" lIns="0" tIns="0" rIns="0" bIns="0" anchor="t" anchorCtr="0">
            <a:spAutoFit/>
          </a:bodyPr>
          <a:lstStyle/>
          <a:p>
            <a:pPr marL="0" lvl="0" indent="0" algn="l" rtl="0">
              <a:spcBef>
                <a:spcPts val="0"/>
              </a:spcBef>
              <a:spcAft>
                <a:spcPts val="0"/>
              </a:spcAft>
              <a:buNone/>
            </a:pPr>
            <a:endParaRPr/>
          </a:p>
        </p:txBody>
      </p:sp>
      <p:sp>
        <p:nvSpPr>
          <p:cNvPr id="672" name="Google Shape;672;p77"/>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73" name="Google Shape;673;p77"/>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74" name="Google Shape;674;p77"/>
          <p:cNvSpPr txBox="1">
            <a:spLocks noGrp="1"/>
          </p:cNvSpPr>
          <p:nvPr>
            <p:ph type="subTitle" idx="1"/>
          </p:nvPr>
        </p:nvSpPr>
        <p:spPr>
          <a:xfrm>
            <a:off x="1125100" y="2345400"/>
            <a:ext cx="5559300" cy="77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75" name="Google Shape;675;p77"/>
          <p:cNvSpPr txBox="1">
            <a:spLocks noGrp="1"/>
          </p:cNvSpPr>
          <p:nvPr>
            <p:ph type="subTitle" idx="4"/>
          </p:nvPr>
        </p:nvSpPr>
        <p:spPr>
          <a:xfrm flipH="1">
            <a:off x="6801950" y="2345400"/>
            <a:ext cx="2055000" cy="7737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endParaRPr/>
          </a:p>
        </p:txBody>
      </p:sp>
      <p:sp>
        <p:nvSpPr>
          <p:cNvPr id="676" name="Google Shape;676;p77"/>
          <p:cNvSpPr txBox="1">
            <a:spLocks noGrp="1"/>
          </p:cNvSpPr>
          <p:nvPr>
            <p:ph type="subTitle" idx="5"/>
          </p:nvPr>
        </p:nvSpPr>
        <p:spPr>
          <a:xfrm>
            <a:off x="1125100" y="1555600"/>
            <a:ext cx="5559300" cy="77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77" name="Google Shape;677;p77"/>
          <p:cNvSpPr txBox="1">
            <a:spLocks noGrp="1"/>
          </p:cNvSpPr>
          <p:nvPr>
            <p:ph type="subTitle" idx="6"/>
          </p:nvPr>
        </p:nvSpPr>
        <p:spPr>
          <a:xfrm flipH="1">
            <a:off x="6801950" y="1555600"/>
            <a:ext cx="2055000" cy="7737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endParaRPr/>
          </a:p>
        </p:txBody>
      </p:sp>
      <p:sp>
        <p:nvSpPr>
          <p:cNvPr id="678" name="Google Shape;678;p77"/>
          <p:cNvSpPr txBox="1">
            <a:spLocks noGrp="1"/>
          </p:cNvSpPr>
          <p:nvPr>
            <p:ph type="subTitle" idx="7"/>
          </p:nvPr>
        </p:nvSpPr>
        <p:spPr>
          <a:xfrm>
            <a:off x="1125100" y="3123163"/>
            <a:ext cx="5559300" cy="77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79" name="Google Shape;679;p77"/>
          <p:cNvSpPr txBox="1">
            <a:spLocks noGrp="1"/>
          </p:cNvSpPr>
          <p:nvPr>
            <p:ph type="subTitle" idx="8"/>
          </p:nvPr>
        </p:nvSpPr>
        <p:spPr>
          <a:xfrm flipH="1">
            <a:off x="6801950" y="3123163"/>
            <a:ext cx="2055000" cy="7737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endParaRPr/>
          </a:p>
        </p:txBody>
      </p:sp>
      <p:sp>
        <p:nvSpPr>
          <p:cNvPr id="680" name="Google Shape;680;p77"/>
          <p:cNvSpPr txBox="1">
            <a:spLocks noGrp="1"/>
          </p:cNvSpPr>
          <p:nvPr>
            <p:ph type="subTitle" idx="9"/>
          </p:nvPr>
        </p:nvSpPr>
        <p:spPr>
          <a:xfrm>
            <a:off x="1125100" y="3902913"/>
            <a:ext cx="5559300" cy="77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81" name="Google Shape;681;p77"/>
          <p:cNvSpPr txBox="1">
            <a:spLocks noGrp="1"/>
          </p:cNvSpPr>
          <p:nvPr>
            <p:ph type="subTitle" idx="13"/>
          </p:nvPr>
        </p:nvSpPr>
        <p:spPr>
          <a:xfrm flipH="1">
            <a:off x="6801950" y="3902913"/>
            <a:ext cx="2055000" cy="7737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endParaRPr/>
          </a:p>
        </p:txBody>
      </p:sp>
      <p:pic>
        <p:nvPicPr>
          <p:cNvPr id="682" name="Google Shape;682;p77"/>
          <p:cNvPicPr preferRelativeResize="0"/>
          <p:nvPr/>
        </p:nvPicPr>
        <p:blipFill>
          <a:blip r:embed="rId3">
            <a:alphaModFix/>
          </a:blip>
          <a:stretch>
            <a:fillRect/>
          </a:stretch>
        </p:blipFill>
        <p:spPr>
          <a:xfrm>
            <a:off x="9525" y="0"/>
            <a:ext cx="9124950" cy="5143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7" name="Google Shape;687;p78"/>
          <p:cNvSpPr txBox="1">
            <a:spLocks noGrp="1"/>
          </p:cNvSpPr>
          <p:nvPr>
            <p:ph type="title"/>
          </p:nvPr>
        </p:nvSpPr>
        <p:spPr>
          <a:xfrm>
            <a:off x="283850" y="285900"/>
            <a:ext cx="4227600" cy="193800"/>
          </a:xfrm>
          <a:prstGeom prst="rect">
            <a:avLst/>
          </a:prstGeom>
        </p:spPr>
        <p:txBody>
          <a:bodyPr spcFirstLastPara="1" wrap="square" lIns="0" tIns="0" rIns="0" bIns="0" anchor="t" anchorCtr="0">
            <a:spAutoFit/>
          </a:bodyPr>
          <a:lstStyle/>
          <a:p>
            <a:pPr marL="0" lvl="0" indent="0" algn="l" rtl="0">
              <a:spcBef>
                <a:spcPts val="0"/>
              </a:spcBef>
              <a:spcAft>
                <a:spcPts val="0"/>
              </a:spcAft>
              <a:buNone/>
            </a:pPr>
            <a:endParaRPr/>
          </a:p>
        </p:txBody>
      </p:sp>
      <p:sp>
        <p:nvSpPr>
          <p:cNvPr id="688" name="Google Shape;688;p78"/>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89" name="Google Shape;689;p78"/>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90" name="Google Shape;690;p78"/>
          <p:cNvSpPr txBox="1">
            <a:spLocks noGrp="1"/>
          </p:cNvSpPr>
          <p:nvPr>
            <p:ph type="subTitle" idx="1"/>
          </p:nvPr>
        </p:nvSpPr>
        <p:spPr>
          <a:xfrm>
            <a:off x="1125100" y="2345400"/>
            <a:ext cx="5559300" cy="77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91" name="Google Shape;691;p78"/>
          <p:cNvSpPr txBox="1">
            <a:spLocks noGrp="1"/>
          </p:cNvSpPr>
          <p:nvPr>
            <p:ph type="subTitle" idx="4"/>
          </p:nvPr>
        </p:nvSpPr>
        <p:spPr>
          <a:xfrm flipH="1">
            <a:off x="6801950" y="2345400"/>
            <a:ext cx="2055000" cy="7737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endParaRPr/>
          </a:p>
        </p:txBody>
      </p:sp>
      <p:sp>
        <p:nvSpPr>
          <p:cNvPr id="692" name="Google Shape;692;p78"/>
          <p:cNvSpPr txBox="1">
            <a:spLocks noGrp="1"/>
          </p:cNvSpPr>
          <p:nvPr>
            <p:ph type="subTitle" idx="5"/>
          </p:nvPr>
        </p:nvSpPr>
        <p:spPr>
          <a:xfrm>
            <a:off x="1125100" y="1555600"/>
            <a:ext cx="5559300" cy="77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93" name="Google Shape;693;p78"/>
          <p:cNvSpPr txBox="1">
            <a:spLocks noGrp="1"/>
          </p:cNvSpPr>
          <p:nvPr>
            <p:ph type="subTitle" idx="6"/>
          </p:nvPr>
        </p:nvSpPr>
        <p:spPr>
          <a:xfrm flipH="1">
            <a:off x="6801950" y="1555600"/>
            <a:ext cx="2055000" cy="7737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endParaRPr/>
          </a:p>
        </p:txBody>
      </p:sp>
      <p:sp>
        <p:nvSpPr>
          <p:cNvPr id="694" name="Google Shape;694;p78"/>
          <p:cNvSpPr txBox="1">
            <a:spLocks noGrp="1"/>
          </p:cNvSpPr>
          <p:nvPr>
            <p:ph type="subTitle" idx="7"/>
          </p:nvPr>
        </p:nvSpPr>
        <p:spPr>
          <a:xfrm>
            <a:off x="1125100" y="3123163"/>
            <a:ext cx="5559300" cy="77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95" name="Google Shape;695;p78"/>
          <p:cNvSpPr txBox="1">
            <a:spLocks noGrp="1"/>
          </p:cNvSpPr>
          <p:nvPr>
            <p:ph type="subTitle" idx="8"/>
          </p:nvPr>
        </p:nvSpPr>
        <p:spPr>
          <a:xfrm flipH="1">
            <a:off x="6801950" y="3123163"/>
            <a:ext cx="2055000" cy="7737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endParaRPr/>
          </a:p>
        </p:txBody>
      </p:sp>
      <p:sp>
        <p:nvSpPr>
          <p:cNvPr id="696" name="Google Shape;696;p78"/>
          <p:cNvSpPr txBox="1">
            <a:spLocks noGrp="1"/>
          </p:cNvSpPr>
          <p:nvPr>
            <p:ph type="subTitle" idx="9"/>
          </p:nvPr>
        </p:nvSpPr>
        <p:spPr>
          <a:xfrm>
            <a:off x="1125100" y="3902913"/>
            <a:ext cx="5559300" cy="77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97" name="Google Shape;697;p78"/>
          <p:cNvSpPr txBox="1">
            <a:spLocks noGrp="1"/>
          </p:cNvSpPr>
          <p:nvPr>
            <p:ph type="subTitle" idx="13"/>
          </p:nvPr>
        </p:nvSpPr>
        <p:spPr>
          <a:xfrm flipH="1">
            <a:off x="6801950" y="3902913"/>
            <a:ext cx="2055000" cy="7737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endParaRPr/>
          </a:p>
        </p:txBody>
      </p:sp>
      <p:pic>
        <p:nvPicPr>
          <p:cNvPr id="698" name="Google Shape;698;p78"/>
          <p:cNvPicPr preferRelativeResize="0"/>
          <p:nvPr/>
        </p:nvPicPr>
        <p:blipFill>
          <a:blip r:embed="rId3">
            <a:alphaModFix/>
          </a:blip>
          <a:stretch>
            <a:fillRect/>
          </a:stretch>
        </p:blipFill>
        <p:spPr>
          <a:xfrm>
            <a:off x="9525" y="0"/>
            <a:ext cx="9124950" cy="5143500"/>
          </a:xfrm>
          <a:prstGeom prst="rect">
            <a:avLst/>
          </a:prstGeom>
          <a:noFill/>
          <a:ln>
            <a:noFill/>
          </a:ln>
        </p:spPr>
      </p:pic>
      <p:sp>
        <p:nvSpPr>
          <p:cNvPr id="699" name="Google Shape;699;p78"/>
          <p:cNvSpPr/>
          <p:nvPr/>
        </p:nvSpPr>
        <p:spPr>
          <a:xfrm>
            <a:off x="6882175" y="1994575"/>
            <a:ext cx="1256700" cy="30309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sp>
        <p:nvSpPr>
          <p:cNvPr id="704" name="Google Shape;704;p79"/>
          <p:cNvSpPr txBox="1">
            <a:spLocks noGrp="1"/>
          </p:cNvSpPr>
          <p:nvPr>
            <p:ph type="title"/>
          </p:nvPr>
        </p:nvSpPr>
        <p:spPr>
          <a:xfrm>
            <a:off x="283850" y="285900"/>
            <a:ext cx="4227600" cy="193800"/>
          </a:xfrm>
          <a:prstGeom prst="rect">
            <a:avLst/>
          </a:prstGeom>
        </p:spPr>
        <p:txBody>
          <a:bodyPr spcFirstLastPara="1" wrap="square" lIns="0" tIns="0" rIns="0" bIns="0" anchor="t" anchorCtr="0">
            <a:spAutoFit/>
          </a:bodyPr>
          <a:lstStyle/>
          <a:p>
            <a:pPr marL="0" lvl="0" indent="0" algn="l" rtl="0">
              <a:spcBef>
                <a:spcPts val="0"/>
              </a:spcBef>
              <a:spcAft>
                <a:spcPts val="0"/>
              </a:spcAft>
              <a:buNone/>
            </a:pPr>
            <a:endParaRPr/>
          </a:p>
        </p:txBody>
      </p:sp>
      <p:sp>
        <p:nvSpPr>
          <p:cNvPr id="705" name="Google Shape;705;p79"/>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06" name="Google Shape;706;p79"/>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07" name="Google Shape;707;p79"/>
          <p:cNvSpPr txBox="1">
            <a:spLocks noGrp="1"/>
          </p:cNvSpPr>
          <p:nvPr>
            <p:ph type="subTitle" idx="1"/>
          </p:nvPr>
        </p:nvSpPr>
        <p:spPr>
          <a:xfrm>
            <a:off x="1125100" y="2345400"/>
            <a:ext cx="5559300" cy="77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08" name="Google Shape;708;p79"/>
          <p:cNvSpPr txBox="1">
            <a:spLocks noGrp="1"/>
          </p:cNvSpPr>
          <p:nvPr>
            <p:ph type="subTitle" idx="4"/>
          </p:nvPr>
        </p:nvSpPr>
        <p:spPr>
          <a:xfrm flipH="1">
            <a:off x="6801950" y="2345400"/>
            <a:ext cx="2055000" cy="7737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endParaRPr/>
          </a:p>
        </p:txBody>
      </p:sp>
      <p:sp>
        <p:nvSpPr>
          <p:cNvPr id="709" name="Google Shape;709;p79"/>
          <p:cNvSpPr txBox="1">
            <a:spLocks noGrp="1"/>
          </p:cNvSpPr>
          <p:nvPr>
            <p:ph type="subTitle" idx="5"/>
          </p:nvPr>
        </p:nvSpPr>
        <p:spPr>
          <a:xfrm>
            <a:off x="1125100" y="1555600"/>
            <a:ext cx="5559300" cy="77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10" name="Google Shape;710;p79"/>
          <p:cNvSpPr txBox="1">
            <a:spLocks noGrp="1"/>
          </p:cNvSpPr>
          <p:nvPr>
            <p:ph type="subTitle" idx="6"/>
          </p:nvPr>
        </p:nvSpPr>
        <p:spPr>
          <a:xfrm flipH="1">
            <a:off x="6801950" y="1555600"/>
            <a:ext cx="2055000" cy="7737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endParaRPr/>
          </a:p>
        </p:txBody>
      </p:sp>
      <p:sp>
        <p:nvSpPr>
          <p:cNvPr id="711" name="Google Shape;711;p79"/>
          <p:cNvSpPr txBox="1">
            <a:spLocks noGrp="1"/>
          </p:cNvSpPr>
          <p:nvPr>
            <p:ph type="subTitle" idx="7"/>
          </p:nvPr>
        </p:nvSpPr>
        <p:spPr>
          <a:xfrm>
            <a:off x="1125100" y="3123163"/>
            <a:ext cx="5559300" cy="77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12" name="Google Shape;712;p79"/>
          <p:cNvSpPr txBox="1">
            <a:spLocks noGrp="1"/>
          </p:cNvSpPr>
          <p:nvPr>
            <p:ph type="subTitle" idx="8"/>
          </p:nvPr>
        </p:nvSpPr>
        <p:spPr>
          <a:xfrm flipH="1">
            <a:off x="6801950" y="3123163"/>
            <a:ext cx="2055000" cy="7737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endParaRPr/>
          </a:p>
        </p:txBody>
      </p:sp>
      <p:sp>
        <p:nvSpPr>
          <p:cNvPr id="713" name="Google Shape;713;p79"/>
          <p:cNvSpPr txBox="1">
            <a:spLocks noGrp="1"/>
          </p:cNvSpPr>
          <p:nvPr>
            <p:ph type="subTitle" idx="9"/>
          </p:nvPr>
        </p:nvSpPr>
        <p:spPr>
          <a:xfrm>
            <a:off x="1125100" y="3902913"/>
            <a:ext cx="5559300" cy="7737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14" name="Google Shape;714;p79"/>
          <p:cNvSpPr txBox="1">
            <a:spLocks noGrp="1"/>
          </p:cNvSpPr>
          <p:nvPr>
            <p:ph type="subTitle" idx="13"/>
          </p:nvPr>
        </p:nvSpPr>
        <p:spPr>
          <a:xfrm flipH="1">
            <a:off x="6801950" y="3902913"/>
            <a:ext cx="2055000" cy="773700"/>
          </a:xfrm>
          <a:prstGeom prst="rect">
            <a:avLst/>
          </a:prstGeom>
        </p:spPr>
        <p:txBody>
          <a:bodyPr spcFirstLastPara="1" wrap="square" lIns="0" tIns="0" rIns="0" bIns="0" anchor="ctr" anchorCtr="0">
            <a:noAutofit/>
          </a:bodyPr>
          <a:lstStyle/>
          <a:p>
            <a:pPr marL="0" lvl="0" indent="0" algn="r" rtl="0">
              <a:spcBef>
                <a:spcPts val="0"/>
              </a:spcBef>
              <a:spcAft>
                <a:spcPts val="0"/>
              </a:spcAft>
              <a:buNone/>
            </a:pPr>
            <a:endParaRPr/>
          </a:p>
        </p:txBody>
      </p:sp>
      <p:pic>
        <p:nvPicPr>
          <p:cNvPr id="715" name="Google Shape;715;p79"/>
          <p:cNvPicPr preferRelativeResize="0"/>
          <p:nvPr/>
        </p:nvPicPr>
        <p:blipFill>
          <a:blip r:embed="rId3">
            <a:alphaModFix/>
          </a:blip>
          <a:stretch>
            <a:fillRect/>
          </a:stretch>
        </p:blipFill>
        <p:spPr>
          <a:xfrm>
            <a:off x="9525" y="0"/>
            <a:ext cx="9124950" cy="5143500"/>
          </a:xfrm>
          <a:prstGeom prst="rect">
            <a:avLst/>
          </a:prstGeom>
          <a:noFill/>
          <a:ln>
            <a:noFill/>
          </a:ln>
        </p:spPr>
      </p:pic>
      <p:sp>
        <p:nvSpPr>
          <p:cNvPr id="716" name="Google Shape;716;p79"/>
          <p:cNvSpPr/>
          <p:nvPr/>
        </p:nvSpPr>
        <p:spPr>
          <a:xfrm>
            <a:off x="7979375" y="2036025"/>
            <a:ext cx="897300" cy="29895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721" name="Google Shape;721;p80"/>
          <p:cNvSpPr txBox="1">
            <a:spLocks noGrp="1"/>
          </p:cNvSpPr>
          <p:nvPr>
            <p:ph type="title"/>
          </p:nvPr>
        </p:nvSpPr>
        <p:spPr>
          <a:xfrm>
            <a:off x="402150" y="367175"/>
            <a:ext cx="4227600" cy="2154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000" b="1">
                <a:solidFill>
                  <a:srgbClr val="F1C232"/>
                </a:solidFill>
              </a:rPr>
              <a:t>Results and Analysis</a:t>
            </a:r>
            <a:endParaRPr sz="2000" b="1">
              <a:solidFill>
                <a:srgbClr val="F1C232"/>
              </a:solidFill>
            </a:endParaRPr>
          </a:p>
        </p:txBody>
      </p:sp>
      <p:sp>
        <p:nvSpPr>
          <p:cNvPr id="722" name="Google Shape;722;p80"/>
          <p:cNvSpPr txBox="1">
            <a:spLocks noGrp="1"/>
          </p:cNvSpPr>
          <p:nvPr>
            <p:ph type="subTitle" idx="5"/>
          </p:nvPr>
        </p:nvSpPr>
        <p:spPr>
          <a:xfrm>
            <a:off x="709000" y="858758"/>
            <a:ext cx="7688100" cy="3570000"/>
          </a:xfrm>
          <a:prstGeom prst="rect">
            <a:avLst/>
          </a:prstGeom>
        </p:spPr>
        <p:txBody>
          <a:bodyPr spcFirstLastPara="1" wrap="square" lIns="0" tIns="0" rIns="0" bIns="0" anchor="ctr" anchorCtr="0">
            <a:noAutofit/>
          </a:bodyPr>
          <a:lstStyle/>
          <a:p>
            <a:pPr marL="558800" lvl="0" indent="-457200" algn="l" rtl="0">
              <a:lnSpc>
                <a:spcPct val="85000"/>
              </a:lnSpc>
              <a:spcBef>
                <a:spcPts val="0"/>
              </a:spcBef>
              <a:spcAft>
                <a:spcPts val="0"/>
              </a:spcAft>
              <a:buSzPts val="2000"/>
              <a:buFont typeface="+mj-lt"/>
              <a:buAutoNum type="arabicPeriod"/>
            </a:pPr>
            <a:r>
              <a:rPr lang="en" sz="2000" dirty="0"/>
              <a:t>How has the global mix of heavy crude changed over time?</a:t>
            </a:r>
            <a:br>
              <a:rPr lang="en" sz="2000" dirty="0"/>
            </a:br>
            <a:endParaRPr sz="2000" dirty="0"/>
          </a:p>
          <a:p>
            <a:pPr marL="558800" lvl="0" indent="-457200" algn="l" rtl="0">
              <a:lnSpc>
                <a:spcPct val="85000"/>
              </a:lnSpc>
              <a:spcBef>
                <a:spcPts val="0"/>
              </a:spcBef>
              <a:spcAft>
                <a:spcPts val="0"/>
              </a:spcAft>
              <a:buClr>
                <a:schemeClr val="accent2"/>
              </a:buClr>
              <a:buSzPts val="2000"/>
              <a:buFont typeface="+mj-lt"/>
              <a:buAutoNum type="arabicPeriod"/>
            </a:pPr>
            <a:r>
              <a:rPr lang="en" sz="2000" dirty="0">
                <a:solidFill>
                  <a:schemeClr val="accent2"/>
                </a:solidFill>
              </a:rPr>
              <a:t>Which countries produce and consume heavy oil, and how has this changed across historical disruptions?</a:t>
            </a:r>
            <a:br>
              <a:rPr lang="en" sz="2000" dirty="0">
                <a:solidFill>
                  <a:schemeClr val="accent2"/>
                </a:solidFill>
              </a:rPr>
            </a:br>
            <a:endParaRPr sz="2000" dirty="0">
              <a:solidFill>
                <a:schemeClr val="accent2"/>
              </a:solidFill>
            </a:endParaRPr>
          </a:p>
          <a:p>
            <a:pPr marL="558800" lvl="0" indent="-457200" algn="l" rtl="0">
              <a:lnSpc>
                <a:spcPct val="85000"/>
              </a:lnSpc>
              <a:spcBef>
                <a:spcPts val="0"/>
              </a:spcBef>
              <a:spcAft>
                <a:spcPts val="0"/>
              </a:spcAft>
              <a:buClr>
                <a:schemeClr val="accent2"/>
              </a:buClr>
              <a:buSzPts val="2000"/>
              <a:buFont typeface="+mj-lt"/>
              <a:buAutoNum type="arabicPeriod"/>
            </a:pPr>
            <a:r>
              <a:rPr lang="en" sz="2000" dirty="0">
                <a:solidFill>
                  <a:schemeClr val="accent2"/>
                </a:solidFill>
              </a:rPr>
              <a:t>How concentrated is global heavy crude production?</a:t>
            </a:r>
            <a:br>
              <a:rPr lang="en" sz="2000" dirty="0"/>
            </a:br>
            <a:endParaRPr sz="2000" dirty="0"/>
          </a:p>
          <a:p>
            <a:pPr marL="558800" lvl="0" indent="-457200" algn="l" rtl="0">
              <a:lnSpc>
                <a:spcPct val="85000"/>
              </a:lnSpc>
              <a:spcBef>
                <a:spcPts val="0"/>
              </a:spcBef>
              <a:spcAft>
                <a:spcPts val="0"/>
              </a:spcAft>
              <a:buSzPts val="2000"/>
              <a:buFont typeface="+mj-lt"/>
              <a:buAutoNum type="arabicPeriod"/>
            </a:pPr>
            <a:r>
              <a:rPr lang="en" sz="2000" dirty="0"/>
              <a:t>Which countries are structurally dependent on heavy crude?</a:t>
            </a:r>
            <a:br>
              <a:rPr lang="en" sz="2000" dirty="0"/>
            </a:br>
            <a:endParaRPr sz="2000" dirty="0"/>
          </a:p>
          <a:p>
            <a:pPr marL="558800" lvl="0" indent="-457200" algn="l" rtl="0">
              <a:lnSpc>
                <a:spcPct val="85000"/>
              </a:lnSpc>
              <a:spcBef>
                <a:spcPts val="0"/>
              </a:spcBef>
              <a:spcAft>
                <a:spcPts val="0"/>
              </a:spcAft>
              <a:buSzPts val="2000"/>
              <a:buFont typeface="+mj-lt"/>
              <a:buAutoNum type="arabicPeriod"/>
            </a:pPr>
            <a:r>
              <a:rPr lang="en" sz="2000" dirty="0"/>
              <a:t>What strategic role could Canada play in mitigating future heavy crude shortages?</a:t>
            </a:r>
            <a:endParaRPr sz="2000" dirty="0"/>
          </a:p>
        </p:txBody>
      </p:sp>
      <p:pic>
        <p:nvPicPr>
          <p:cNvPr id="723" name="Google Shape;723;p80">
            <a:hlinkClick r:id="rId3"/>
          </p:cNvPr>
          <p:cNvPicPr preferRelativeResize="0"/>
          <p:nvPr/>
        </p:nvPicPr>
        <p:blipFill rotWithShape="1">
          <a:blip r:embed="rId4">
            <a:alphaModFix/>
          </a:blip>
          <a:srcRect l="57857" t="19800" b="20053"/>
          <a:stretch/>
        </p:blipFill>
        <p:spPr>
          <a:xfrm>
            <a:off x="8204381" y="4334656"/>
            <a:ext cx="652474" cy="6981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p81"/>
          <p:cNvSpPr txBox="1">
            <a:spLocks noGrp="1"/>
          </p:cNvSpPr>
          <p:nvPr>
            <p:ph type="title"/>
          </p:nvPr>
        </p:nvSpPr>
        <p:spPr>
          <a:xfrm>
            <a:off x="402150" y="367175"/>
            <a:ext cx="4227600" cy="2154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000" b="1">
                <a:solidFill>
                  <a:srgbClr val="F1C232"/>
                </a:solidFill>
              </a:rPr>
              <a:t>Results and Analysis</a:t>
            </a:r>
            <a:endParaRPr sz="2000" b="1">
              <a:solidFill>
                <a:srgbClr val="F1C232"/>
              </a:solidFill>
            </a:endParaRPr>
          </a:p>
        </p:txBody>
      </p:sp>
      <p:sp>
        <p:nvSpPr>
          <p:cNvPr id="729" name="Google Shape;729;p81"/>
          <p:cNvSpPr txBox="1">
            <a:spLocks noGrp="1"/>
          </p:cNvSpPr>
          <p:nvPr>
            <p:ph type="subTitle" idx="5"/>
          </p:nvPr>
        </p:nvSpPr>
        <p:spPr>
          <a:xfrm>
            <a:off x="709000" y="858758"/>
            <a:ext cx="7688100" cy="3570000"/>
          </a:xfrm>
          <a:prstGeom prst="rect">
            <a:avLst/>
          </a:prstGeom>
        </p:spPr>
        <p:txBody>
          <a:bodyPr spcFirstLastPara="1" wrap="square" lIns="0" tIns="0" rIns="0" bIns="0" anchor="ctr" anchorCtr="0">
            <a:noAutofit/>
          </a:bodyPr>
          <a:lstStyle/>
          <a:p>
            <a:pPr marL="457200" lvl="0" indent="-355600" algn="l" rtl="0">
              <a:lnSpc>
                <a:spcPct val="85000"/>
              </a:lnSpc>
              <a:spcBef>
                <a:spcPts val="0"/>
              </a:spcBef>
              <a:spcAft>
                <a:spcPts val="0"/>
              </a:spcAft>
              <a:buSzPts val="2000"/>
              <a:buAutoNum type="arabicPeriod"/>
            </a:pPr>
            <a:r>
              <a:rPr lang="en" sz="2000"/>
              <a:t>How has the global mix of heavy crude changed over time?</a:t>
            </a:r>
            <a:br>
              <a:rPr lang="en" sz="2000"/>
            </a:br>
            <a:endParaRPr sz="2000"/>
          </a:p>
          <a:p>
            <a:pPr marL="457200" lvl="0" indent="-355600" algn="l" rtl="0">
              <a:lnSpc>
                <a:spcPct val="85000"/>
              </a:lnSpc>
              <a:spcBef>
                <a:spcPts val="0"/>
              </a:spcBef>
              <a:spcAft>
                <a:spcPts val="0"/>
              </a:spcAft>
              <a:buClr>
                <a:schemeClr val="accent2"/>
              </a:buClr>
              <a:buSzPts val="2000"/>
              <a:buAutoNum type="arabicPeriod"/>
            </a:pPr>
            <a:r>
              <a:rPr lang="en" sz="2000">
                <a:solidFill>
                  <a:schemeClr val="accent2"/>
                </a:solidFill>
              </a:rPr>
              <a:t>Which countries produce and consume heavy oil, and how has this changed across historical disruptions?</a:t>
            </a:r>
            <a:br>
              <a:rPr lang="en" sz="2000">
                <a:solidFill>
                  <a:schemeClr val="accent2"/>
                </a:solidFill>
              </a:rPr>
            </a:br>
            <a:endParaRPr sz="2000">
              <a:solidFill>
                <a:schemeClr val="accent2"/>
              </a:solidFill>
            </a:endParaRPr>
          </a:p>
          <a:p>
            <a:pPr marL="457200" lvl="0" indent="-355600" algn="l" rtl="0">
              <a:lnSpc>
                <a:spcPct val="85000"/>
              </a:lnSpc>
              <a:spcBef>
                <a:spcPts val="0"/>
              </a:spcBef>
              <a:spcAft>
                <a:spcPts val="0"/>
              </a:spcAft>
              <a:buSzPts val="2000"/>
              <a:buAutoNum type="arabicPeriod"/>
            </a:pPr>
            <a:r>
              <a:rPr lang="en" sz="2000"/>
              <a:t>Which countries are structurally dependent on heavy crude?</a:t>
            </a:r>
            <a:br>
              <a:rPr lang="en" sz="2000"/>
            </a:br>
            <a:endParaRPr sz="2000"/>
          </a:p>
          <a:p>
            <a:pPr marL="457200" lvl="0" indent="-355600" algn="l" rtl="0">
              <a:lnSpc>
                <a:spcPct val="85000"/>
              </a:lnSpc>
              <a:spcBef>
                <a:spcPts val="0"/>
              </a:spcBef>
              <a:spcAft>
                <a:spcPts val="0"/>
              </a:spcAft>
              <a:buSzPts val="2000"/>
              <a:buAutoNum type="arabicPeriod"/>
            </a:pPr>
            <a:r>
              <a:rPr lang="en" sz="2000"/>
              <a:t>How concentrated is global heavy crude production?</a:t>
            </a:r>
            <a:br>
              <a:rPr lang="en" sz="2000"/>
            </a:br>
            <a:endParaRPr sz="2000"/>
          </a:p>
          <a:p>
            <a:pPr marL="457200" lvl="0" indent="-355600" algn="l" rtl="0">
              <a:lnSpc>
                <a:spcPct val="85000"/>
              </a:lnSpc>
              <a:spcBef>
                <a:spcPts val="0"/>
              </a:spcBef>
              <a:spcAft>
                <a:spcPts val="0"/>
              </a:spcAft>
              <a:buSzPts val="2000"/>
              <a:buAutoNum type="arabicPeriod"/>
            </a:pPr>
            <a:r>
              <a:rPr lang="en" sz="2000"/>
              <a:t>What strategic role could Canada play in mitigating future heavy crude shortages?</a:t>
            </a:r>
            <a:endParaRPr sz="2000"/>
          </a:p>
        </p:txBody>
      </p:sp>
      <p:pic>
        <p:nvPicPr>
          <p:cNvPr id="730" name="Google Shape;730;p81">
            <a:hlinkClick r:id="rId3"/>
          </p:cNvPr>
          <p:cNvPicPr preferRelativeResize="0"/>
          <p:nvPr/>
        </p:nvPicPr>
        <p:blipFill rotWithShape="1">
          <a:blip r:embed="rId4">
            <a:alphaModFix/>
          </a:blip>
          <a:srcRect l="57857" t="19800" b="20053"/>
          <a:stretch/>
        </p:blipFill>
        <p:spPr>
          <a:xfrm>
            <a:off x="8204381" y="4334656"/>
            <a:ext cx="652474" cy="698150"/>
          </a:xfrm>
          <a:prstGeom prst="rect">
            <a:avLst/>
          </a:prstGeom>
          <a:noFill/>
          <a:ln>
            <a:noFill/>
          </a:ln>
        </p:spPr>
      </p:pic>
      <p:pic>
        <p:nvPicPr>
          <p:cNvPr id="731" name="Google Shape;731;p81"/>
          <p:cNvPicPr preferRelativeResize="0"/>
          <p:nvPr/>
        </p:nvPicPr>
        <p:blipFill>
          <a:blip r:embed="rId5">
            <a:alphaModFix/>
          </a:blip>
          <a:stretch>
            <a:fillRect/>
          </a:stretch>
        </p:blipFill>
        <p:spPr>
          <a:xfrm>
            <a:off x="0" y="4176"/>
            <a:ext cx="9144001" cy="513514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sp>
        <p:nvSpPr>
          <p:cNvPr id="736" name="Google Shape;736;p82"/>
          <p:cNvSpPr txBox="1">
            <a:spLocks noGrp="1"/>
          </p:cNvSpPr>
          <p:nvPr>
            <p:ph type="title"/>
          </p:nvPr>
        </p:nvSpPr>
        <p:spPr>
          <a:xfrm>
            <a:off x="402150" y="367175"/>
            <a:ext cx="4227600" cy="2154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000" b="1">
                <a:solidFill>
                  <a:srgbClr val="F1C232"/>
                </a:solidFill>
              </a:rPr>
              <a:t>Results and Analysis</a:t>
            </a:r>
            <a:endParaRPr sz="2000" b="1">
              <a:solidFill>
                <a:srgbClr val="F1C232"/>
              </a:solidFill>
            </a:endParaRPr>
          </a:p>
        </p:txBody>
      </p:sp>
      <p:sp>
        <p:nvSpPr>
          <p:cNvPr id="737" name="Google Shape;737;p82"/>
          <p:cNvSpPr txBox="1">
            <a:spLocks noGrp="1"/>
          </p:cNvSpPr>
          <p:nvPr>
            <p:ph type="subTitle" idx="5"/>
          </p:nvPr>
        </p:nvSpPr>
        <p:spPr>
          <a:xfrm>
            <a:off x="709000" y="858758"/>
            <a:ext cx="7688100" cy="3570000"/>
          </a:xfrm>
          <a:prstGeom prst="rect">
            <a:avLst/>
          </a:prstGeom>
        </p:spPr>
        <p:txBody>
          <a:bodyPr spcFirstLastPara="1" wrap="square" lIns="0" tIns="0" rIns="0" bIns="0" anchor="ctr" anchorCtr="0">
            <a:noAutofit/>
          </a:bodyPr>
          <a:lstStyle/>
          <a:p>
            <a:pPr marL="457200" lvl="0" indent="-355600" algn="l" rtl="0">
              <a:lnSpc>
                <a:spcPct val="85000"/>
              </a:lnSpc>
              <a:spcBef>
                <a:spcPts val="0"/>
              </a:spcBef>
              <a:spcAft>
                <a:spcPts val="0"/>
              </a:spcAft>
              <a:buSzPts val="2000"/>
              <a:buAutoNum type="arabicPeriod"/>
            </a:pPr>
            <a:r>
              <a:rPr lang="en" sz="2000"/>
              <a:t>How has the global mix of heavy crude changed over time?</a:t>
            </a:r>
            <a:br>
              <a:rPr lang="en" sz="2000"/>
            </a:br>
            <a:endParaRPr sz="2000"/>
          </a:p>
          <a:p>
            <a:pPr marL="457200" lvl="0" indent="-355600" algn="l" rtl="0">
              <a:lnSpc>
                <a:spcPct val="85000"/>
              </a:lnSpc>
              <a:spcBef>
                <a:spcPts val="0"/>
              </a:spcBef>
              <a:spcAft>
                <a:spcPts val="0"/>
              </a:spcAft>
              <a:buClr>
                <a:schemeClr val="accent2"/>
              </a:buClr>
              <a:buSzPts val="2000"/>
              <a:buAutoNum type="arabicPeriod"/>
            </a:pPr>
            <a:r>
              <a:rPr lang="en" sz="2000">
                <a:solidFill>
                  <a:schemeClr val="accent2"/>
                </a:solidFill>
              </a:rPr>
              <a:t>Which countries produce and consume heavy oil, and how has this changed across historical disruptions?</a:t>
            </a:r>
            <a:br>
              <a:rPr lang="en" sz="2000">
                <a:solidFill>
                  <a:schemeClr val="accent2"/>
                </a:solidFill>
              </a:rPr>
            </a:br>
            <a:endParaRPr sz="2000">
              <a:solidFill>
                <a:schemeClr val="accent2"/>
              </a:solidFill>
            </a:endParaRPr>
          </a:p>
          <a:p>
            <a:pPr marL="457200" lvl="0" indent="-355600" algn="l" rtl="0">
              <a:lnSpc>
                <a:spcPct val="85000"/>
              </a:lnSpc>
              <a:spcBef>
                <a:spcPts val="0"/>
              </a:spcBef>
              <a:spcAft>
                <a:spcPts val="0"/>
              </a:spcAft>
              <a:buSzPts val="2000"/>
              <a:buAutoNum type="arabicPeriod"/>
            </a:pPr>
            <a:r>
              <a:rPr lang="en" sz="2000"/>
              <a:t>Which countries are structurally dependent on heavy crude?</a:t>
            </a:r>
            <a:br>
              <a:rPr lang="en" sz="2000"/>
            </a:br>
            <a:endParaRPr sz="2000"/>
          </a:p>
          <a:p>
            <a:pPr marL="457200" lvl="0" indent="-355600" algn="l" rtl="0">
              <a:lnSpc>
                <a:spcPct val="85000"/>
              </a:lnSpc>
              <a:spcBef>
                <a:spcPts val="0"/>
              </a:spcBef>
              <a:spcAft>
                <a:spcPts val="0"/>
              </a:spcAft>
              <a:buSzPts val="2000"/>
              <a:buAutoNum type="arabicPeriod"/>
            </a:pPr>
            <a:r>
              <a:rPr lang="en" sz="2000"/>
              <a:t>How concentrated is global heavy crude production?</a:t>
            </a:r>
            <a:br>
              <a:rPr lang="en" sz="2000"/>
            </a:br>
            <a:endParaRPr sz="2000"/>
          </a:p>
          <a:p>
            <a:pPr marL="457200" lvl="0" indent="-355600" algn="l" rtl="0">
              <a:lnSpc>
                <a:spcPct val="85000"/>
              </a:lnSpc>
              <a:spcBef>
                <a:spcPts val="0"/>
              </a:spcBef>
              <a:spcAft>
                <a:spcPts val="0"/>
              </a:spcAft>
              <a:buSzPts val="2000"/>
              <a:buAutoNum type="arabicPeriod"/>
            </a:pPr>
            <a:r>
              <a:rPr lang="en" sz="2000"/>
              <a:t>What strategic role could Canada play in mitigating future heavy crude shortages?</a:t>
            </a:r>
            <a:endParaRPr sz="2000"/>
          </a:p>
        </p:txBody>
      </p:sp>
      <p:pic>
        <p:nvPicPr>
          <p:cNvPr id="738" name="Google Shape;738;p82">
            <a:hlinkClick r:id="rId3"/>
          </p:cNvPr>
          <p:cNvPicPr preferRelativeResize="0"/>
          <p:nvPr/>
        </p:nvPicPr>
        <p:blipFill rotWithShape="1">
          <a:blip r:embed="rId4">
            <a:alphaModFix/>
          </a:blip>
          <a:srcRect l="57857" t="19800" b="20053"/>
          <a:stretch/>
        </p:blipFill>
        <p:spPr>
          <a:xfrm>
            <a:off x="8204381" y="4334656"/>
            <a:ext cx="652474" cy="698150"/>
          </a:xfrm>
          <a:prstGeom prst="rect">
            <a:avLst/>
          </a:prstGeom>
          <a:noFill/>
          <a:ln>
            <a:noFill/>
          </a:ln>
        </p:spPr>
      </p:pic>
      <p:pic>
        <p:nvPicPr>
          <p:cNvPr id="739" name="Google Shape;739;p82"/>
          <p:cNvPicPr preferRelativeResize="0"/>
          <p:nvPr/>
        </p:nvPicPr>
        <p:blipFill>
          <a:blip r:embed="rId5">
            <a:alphaModFix/>
          </a:blip>
          <a:stretch>
            <a:fillRect/>
          </a:stretch>
        </p:blipFill>
        <p:spPr>
          <a:xfrm>
            <a:off x="0" y="4176"/>
            <a:ext cx="9144001" cy="5135149"/>
          </a:xfrm>
          <a:prstGeom prst="rect">
            <a:avLst/>
          </a:prstGeom>
          <a:noFill/>
          <a:ln>
            <a:noFill/>
          </a:ln>
        </p:spPr>
      </p:pic>
      <p:sp>
        <p:nvSpPr>
          <p:cNvPr id="740" name="Google Shape;740;p82"/>
          <p:cNvSpPr/>
          <p:nvPr/>
        </p:nvSpPr>
        <p:spPr>
          <a:xfrm>
            <a:off x="5144000" y="769575"/>
            <a:ext cx="3927600" cy="511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44"/>
        <p:cNvGrpSpPr/>
        <p:nvPr/>
      </p:nvGrpSpPr>
      <p:grpSpPr>
        <a:xfrm>
          <a:off x="0" y="0"/>
          <a:ext cx="0" cy="0"/>
          <a:chOff x="0" y="0"/>
          <a:chExt cx="0" cy="0"/>
        </a:xfrm>
      </p:grpSpPr>
      <p:sp>
        <p:nvSpPr>
          <p:cNvPr id="745" name="Google Shape;745;p83"/>
          <p:cNvSpPr txBox="1">
            <a:spLocks noGrp="1"/>
          </p:cNvSpPr>
          <p:nvPr>
            <p:ph type="title"/>
          </p:nvPr>
        </p:nvSpPr>
        <p:spPr>
          <a:xfrm>
            <a:off x="402150" y="367175"/>
            <a:ext cx="4227600" cy="2154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000" b="1">
                <a:solidFill>
                  <a:srgbClr val="F1C232"/>
                </a:solidFill>
              </a:rPr>
              <a:t>Results and Analysis</a:t>
            </a:r>
            <a:endParaRPr sz="2000" b="1">
              <a:solidFill>
                <a:srgbClr val="F1C232"/>
              </a:solidFill>
            </a:endParaRPr>
          </a:p>
        </p:txBody>
      </p:sp>
      <p:sp>
        <p:nvSpPr>
          <p:cNvPr id="746" name="Google Shape;746;p83"/>
          <p:cNvSpPr txBox="1">
            <a:spLocks noGrp="1"/>
          </p:cNvSpPr>
          <p:nvPr>
            <p:ph type="subTitle" idx="5"/>
          </p:nvPr>
        </p:nvSpPr>
        <p:spPr>
          <a:xfrm>
            <a:off x="709000" y="858758"/>
            <a:ext cx="7688100" cy="3570000"/>
          </a:xfrm>
          <a:prstGeom prst="rect">
            <a:avLst/>
          </a:prstGeom>
        </p:spPr>
        <p:txBody>
          <a:bodyPr spcFirstLastPara="1" wrap="square" lIns="0" tIns="0" rIns="0" bIns="0" anchor="ctr" anchorCtr="0">
            <a:noAutofit/>
          </a:bodyPr>
          <a:lstStyle/>
          <a:p>
            <a:pPr marL="457200" lvl="0" indent="-355600" algn="l" rtl="0">
              <a:lnSpc>
                <a:spcPct val="85000"/>
              </a:lnSpc>
              <a:spcBef>
                <a:spcPts val="0"/>
              </a:spcBef>
              <a:spcAft>
                <a:spcPts val="0"/>
              </a:spcAft>
              <a:buSzPts val="2000"/>
              <a:buAutoNum type="arabicPeriod"/>
            </a:pPr>
            <a:r>
              <a:rPr lang="en" sz="2000"/>
              <a:t>How has the global mix of heavy crude changed over time?</a:t>
            </a:r>
            <a:br>
              <a:rPr lang="en" sz="2000"/>
            </a:br>
            <a:endParaRPr sz="2000"/>
          </a:p>
          <a:p>
            <a:pPr marL="457200" lvl="0" indent="-355600" algn="l" rtl="0">
              <a:lnSpc>
                <a:spcPct val="85000"/>
              </a:lnSpc>
              <a:spcBef>
                <a:spcPts val="0"/>
              </a:spcBef>
              <a:spcAft>
                <a:spcPts val="0"/>
              </a:spcAft>
              <a:buClr>
                <a:schemeClr val="accent2"/>
              </a:buClr>
              <a:buSzPts val="2000"/>
              <a:buAutoNum type="arabicPeriod"/>
            </a:pPr>
            <a:r>
              <a:rPr lang="en" sz="2000">
                <a:solidFill>
                  <a:schemeClr val="accent2"/>
                </a:solidFill>
              </a:rPr>
              <a:t>Which countries produce and consume heavy oil, and how has this changed across historical disruptions?</a:t>
            </a:r>
            <a:br>
              <a:rPr lang="en" sz="2000">
                <a:solidFill>
                  <a:schemeClr val="accent2"/>
                </a:solidFill>
              </a:rPr>
            </a:br>
            <a:endParaRPr sz="2000">
              <a:solidFill>
                <a:schemeClr val="accent2"/>
              </a:solidFill>
            </a:endParaRPr>
          </a:p>
          <a:p>
            <a:pPr marL="457200" lvl="0" indent="-355600" algn="l" rtl="0">
              <a:lnSpc>
                <a:spcPct val="85000"/>
              </a:lnSpc>
              <a:spcBef>
                <a:spcPts val="0"/>
              </a:spcBef>
              <a:spcAft>
                <a:spcPts val="0"/>
              </a:spcAft>
              <a:buSzPts val="2000"/>
              <a:buAutoNum type="arabicPeriod"/>
            </a:pPr>
            <a:r>
              <a:rPr lang="en" sz="2000"/>
              <a:t>Which countries are structurally dependent on heavy crude?</a:t>
            </a:r>
            <a:br>
              <a:rPr lang="en" sz="2000"/>
            </a:br>
            <a:endParaRPr sz="2000"/>
          </a:p>
          <a:p>
            <a:pPr marL="457200" lvl="0" indent="-355600" algn="l" rtl="0">
              <a:lnSpc>
                <a:spcPct val="85000"/>
              </a:lnSpc>
              <a:spcBef>
                <a:spcPts val="0"/>
              </a:spcBef>
              <a:spcAft>
                <a:spcPts val="0"/>
              </a:spcAft>
              <a:buSzPts val="2000"/>
              <a:buAutoNum type="arabicPeriod"/>
            </a:pPr>
            <a:r>
              <a:rPr lang="en" sz="2000"/>
              <a:t>How concentrated is global heavy crude production?</a:t>
            </a:r>
            <a:br>
              <a:rPr lang="en" sz="2000"/>
            </a:br>
            <a:endParaRPr sz="2000"/>
          </a:p>
          <a:p>
            <a:pPr marL="457200" lvl="0" indent="-355600" algn="l" rtl="0">
              <a:lnSpc>
                <a:spcPct val="85000"/>
              </a:lnSpc>
              <a:spcBef>
                <a:spcPts val="0"/>
              </a:spcBef>
              <a:spcAft>
                <a:spcPts val="0"/>
              </a:spcAft>
              <a:buSzPts val="2000"/>
              <a:buAutoNum type="arabicPeriod"/>
            </a:pPr>
            <a:r>
              <a:rPr lang="en" sz="2000"/>
              <a:t>What strategic role could Canada play in mitigating future heavy crude shortages?</a:t>
            </a:r>
            <a:endParaRPr sz="2000"/>
          </a:p>
        </p:txBody>
      </p:sp>
      <p:pic>
        <p:nvPicPr>
          <p:cNvPr id="747" name="Google Shape;747;p83">
            <a:hlinkClick r:id="rId3"/>
          </p:cNvPr>
          <p:cNvPicPr preferRelativeResize="0"/>
          <p:nvPr/>
        </p:nvPicPr>
        <p:blipFill rotWithShape="1">
          <a:blip r:embed="rId4">
            <a:alphaModFix/>
          </a:blip>
          <a:srcRect l="57857" t="19800" b="20053"/>
          <a:stretch/>
        </p:blipFill>
        <p:spPr>
          <a:xfrm>
            <a:off x="8204381" y="4334656"/>
            <a:ext cx="652474" cy="698150"/>
          </a:xfrm>
          <a:prstGeom prst="rect">
            <a:avLst/>
          </a:prstGeom>
          <a:noFill/>
          <a:ln>
            <a:noFill/>
          </a:ln>
        </p:spPr>
      </p:pic>
      <p:pic>
        <p:nvPicPr>
          <p:cNvPr id="748" name="Google Shape;748;p83"/>
          <p:cNvPicPr preferRelativeResize="0"/>
          <p:nvPr/>
        </p:nvPicPr>
        <p:blipFill>
          <a:blip r:embed="rId5">
            <a:alphaModFix/>
          </a:blip>
          <a:stretch>
            <a:fillRect/>
          </a:stretch>
        </p:blipFill>
        <p:spPr>
          <a:xfrm>
            <a:off x="0" y="994"/>
            <a:ext cx="9144001" cy="514151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52"/>
        <p:cNvGrpSpPr/>
        <p:nvPr/>
      </p:nvGrpSpPr>
      <p:grpSpPr>
        <a:xfrm>
          <a:off x="0" y="0"/>
          <a:ext cx="0" cy="0"/>
          <a:chOff x="0" y="0"/>
          <a:chExt cx="0" cy="0"/>
        </a:xfrm>
      </p:grpSpPr>
      <p:sp>
        <p:nvSpPr>
          <p:cNvPr id="753" name="Google Shape;753;p84"/>
          <p:cNvSpPr txBox="1">
            <a:spLocks noGrp="1"/>
          </p:cNvSpPr>
          <p:nvPr>
            <p:ph type="title"/>
          </p:nvPr>
        </p:nvSpPr>
        <p:spPr>
          <a:xfrm>
            <a:off x="402150" y="367175"/>
            <a:ext cx="4227600" cy="2154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000" b="1">
                <a:solidFill>
                  <a:srgbClr val="F1C232"/>
                </a:solidFill>
              </a:rPr>
              <a:t>Results and Analysis</a:t>
            </a:r>
            <a:endParaRPr sz="2000" b="1">
              <a:solidFill>
                <a:srgbClr val="F1C232"/>
              </a:solidFill>
            </a:endParaRPr>
          </a:p>
        </p:txBody>
      </p:sp>
      <p:sp>
        <p:nvSpPr>
          <p:cNvPr id="754" name="Google Shape;754;p84"/>
          <p:cNvSpPr txBox="1">
            <a:spLocks noGrp="1"/>
          </p:cNvSpPr>
          <p:nvPr>
            <p:ph type="subTitle" idx="5"/>
          </p:nvPr>
        </p:nvSpPr>
        <p:spPr>
          <a:xfrm>
            <a:off x="709000" y="858758"/>
            <a:ext cx="7688100" cy="3570000"/>
          </a:xfrm>
          <a:prstGeom prst="rect">
            <a:avLst/>
          </a:prstGeom>
        </p:spPr>
        <p:txBody>
          <a:bodyPr spcFirstLastPara="1" wrap="square" lIns="0" tIns="0" rIns="0" bIns="0" anchor="ctr" anchorCtr="0">
            <a:noAutofit/>
          </a:bodyPr>
          <a:lstStyle/>
          <a:p>
            <a:pPr marL="457200" lvl="0" indent="-355600" algn="l" rtl="0">
              <a:lnSpc>
                <a:spcPct val="85000"/>
              </a:lnSpc>
              <a:spcBef>
                <a:spcPts val="0"/>
              </a:spcBef>
              <a:spcAft>
                <a:spcPts val="0"/>
              </a:spcAft>
              <a:buSzPts val="2000"/>
              <a:buAutoNum type="arabicPeriod"/>
            </a:pPr>
            <a:r>
              <a:rPr lang="en" sz="2000"/>
              <a:t>How has the global mix of heavy crude changed over time?</a:t>
            </a:r>
            <a:br>
              <a:rPr lang="en" sz="2000"/>
            </a:br>
            <a:endParaRPr sz="2000"/>
          </a:p>
          <a:p>
            <a:pPr marL="457200" lvl="0" indent="-355600" algn="l" rtl="0">
              <a:lnSpc>
                <a:spcPct val="85000"/>
              </a:lnSpc>
              <a:spcBef>
                <a:spcPts val="0"/>
              </a:spcBef>
              <a:spcAft>
                <a:spcPts val="0"/>
              </a:spcAft>
              <a:buClr>
                <a:schemeClr val="accent2"/>
              </a:buClr>
              <a:buSzPts val="2000"/>
              <a:buAutoNum type="arabicPeriod"/>
            </a:pPr>
            <a:r>
              <a:rPr lang="en" sz="2000">
                <a:solidFill>
                  <a:schemeClr val="accent2"/>
                </a:solidFill>
              </a:rPr>
              <a:t>Which countries produce and consume heavy oil, and how has this changed across historical disruptions?</a:t>
            </a:r>
            <a:br>
              <a:rPr lang="en" sz="2000">
                <a:solidFill>
                  <a:schemeClr val="accent2"/>
                </a:solidFill>
              </a:rPr>
            </a:br>
            <a:endParaRPr sz="2000">
              <a:solidFill>
                <a:schemeClr val="accent2"/>
              </a:solidFill>
            </a:endParaRPr>
          </a:p>
          <a:p>
            <a:pPr marL="457200" lvl="0" indent="-355600" algn="l" rtl="0">
              <a:lnSpc>
                <a:spcPct val="85000"/>
              </a:lnSpc>
              <a:spcBef>
                <a:spcPts val="0"/>
              </a:spcBef>
              <a:spcAft>
                <a:spcPts val="0"/>
              </a:spcAft>
              <a:buSzPts val="2000"/>
              <a:buAutoNum type="arabicPeriod"/>
            </a:pPr>
            <a:r>
              <a:rPr lang="en" sz="2000"/>
              <a:t>Which countries are structurally dependent on heavy crude?</a:t>
            </a:r>
            <a:br>
              <a:rPr lang="en" sz="2000"/>
            </a:br>
            <a:endParaRPr sz="2000"/>
          </a:p>
          <a:p>
            <a:pPr marL="457200" lvl="0" indent="-355600" algn="l" rtl="0">
              <a:lnSpc>
                <a:spcPct val="85000"/>
              </a:lnSpc>
              <a:spcBef>
                <a:spcPts val="0"/>
              </a:spcBef>
              <a:spcAft>
                <a:spcPts val="0"/>
              </a:spcAft>
              <a:buSzPts val="2000"/>
              <a:buAutoNum type="arabicPeriod"/>
            </a:pPr>
            <a:r>
              <a:rPr lang="en" sz="2000"/>
              <a:t>How concentrated is global heavy crude production?</a:t>
            </a:r>
            <a:br>
              <a:rPr lang="en" sz="2000"/>
            </a:br>
            <a:endParaRPr sz="2000"/>
          </a:p>
          <a:p>
            <a:pPr marL="457200" lvl="0" indent="-355600" algn="l" rtl="0">
              <a:lnSpc>
                <a:spcPct val="85000"/>
              </a:lnSpc>
              <a:spcBef>
                <a:spcPts val="0"/>
              </a:spcBef>
              <a:spcAft>
                <a:spcPts val="0"/>
              </a:spcAft>
              <a:buSzPts val="2000"/>
              <a:buAutoNum type="arabicPeriod"/>
            </a:pPr>
            <a:r>
              <a:rPr lang="en" sz="2000"/>
              <a:t>What strategic role could Canada play in mitigating future heavy crude shortages?</a:t>
            </a:r>
            <a:endParaRPr sz="2000"/>
          </a:p>
        </p:txBody>
      </p:sp>
      <p:pic>
        <p:nvPicPr>
          <p:cNvPr id="755" name="Google Shape;755;p84">
            <a:hlinkClick r:id="rId3"/>
          </p:cNvPr>
          <p:cNvPicPr preferRelativeResize="0"/>
          <p:nvPr/>
        </p:nvPicPr>
        <p:blipFill rotWithShape="1">
          <a:blip r:embed="rId4">
            <a:alphaModFix/>
          </a:blip>
          <a:srcRect l="57857" t="19800" b="20053"/>
          <a:stretch/>
        </p:blipFill>
        <p:spPr>
          <a:xfrm>
            <a:off x="8204381" y="4334656"/>
            <a:ext cx="652474" cy="698150"/>
          </a:xfrm>
          <a:prstGeom prst="rect">
            <a:avLst/>
          </a:prstGeom>
          <a:noFill/>
          <a:ln>
            <a:noFill/>
          </a:ln>
        </p:spPr>
      </p:pic>
      <p:pic>
        <p:nvPicPr>
          <p:cNvPr id="756" name="Google Shape;756;p84"/>
          <p:cNvPicPr preferRelativeResize="0"/>
          <p:nvPr/>
        </p:nvPicPr>
        <p:blipFill>
          <a:blip r:embed="rId5">
            <a:alphaModFix/>
          </a:blip>
          <a:stretch>
            <a:fillRect/>
          </a:stretch>
        </p:blipFill>
        <p:spPr>
          <a:xfrm>
            <a:off x="0" y="994"/>
            <a:ext cx="9144001" cy="5141512"/>
          </a:xfrm>
          <a:prstGeom prst="rect">
            <a:avLst/>
          </a:prstGeom>
          <a:noFill/>
          <a:ln>
            <a:noFill/>
          </a:ln>
        </p:spPr>
      </p:pic>
      <p:sp>
        <p:nvSpPr>
          <p:cNvPr id="757" name="Google Shape;757;p84"/>
          <p:cNvSpPr/>
          <p:nvPr/>
        </p:nvSpPr>
        <p:spPr>
          <a:xfrm>
            <a:off x="5131050" y="782525"/>
            <a:ext cx="3940800" cy="215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61"/>
        <p:cNvGrpSpPr/>
        <p:nvPr/>
      </p:nvGrpSpPr>
      <p:grpSpPr>
        <a:xfrm>
          <a:off x="0" y="0"/>
          <a:ext cx="0" cy="0"/>
          <a:chOff x="0" y="0"/>
          <a:chExt cx="0" cy="0"/>
        </a:xfrm>
      </p:grpSpPr>
      <p:sp>
        <p:nvSpPr>
          <p:cNvPr id="762" name="Google Shape;762;p85"/>
          <p:cNvSpPr txBox="1">
            <a:spLocks noGrp="1"/>
          </p:cNvSpPr>
          <p:nvPr>
            <p:ph type="title"/>
          </p:nvPr>
        </p:nvSpPr>
        <p:spPr>
          <a:xfrm>
            <a:off x="402150" y="367175"/>
            <a:ext cx="4227600" cy="2154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000" b="1">
                <a:solidFill>
                  <a:srgbClr val="F1C232"/>
                </a:solidFill>
              </a:rPr>
              <a:t>Results and Analysis</a:t>
            </a:r>
            <a:endParaRPr sz="2000" b="1">
              <a:solidFill>
                <a:srgbClr val="F1C232"/>
              </a:solidFill>
            </a:endParaRPr>
          </a:p>
        </p:txBody>
      </p:sp>
      <p:sp>
        <p:nvSpPr>
          <p:cNvPr id="763" name="Google Shape;763;p85"/>
          <p:cNvSpPr txBox="1">
            <a:spLocks noGrp="1"/>
          </p:cNvSpPr>
          <p:nvPr>
            <p:ph type="subTitle" idx="5"/>
          </p:nvPr>
        </p:nvSpPr>
        <p:spPr>
          <a:xfrm>
            <a:off x="709000" y="858758"/>
            <a:ext cx="7688100" cy="3570000"/>
          </a:xfrm>
          <a:prstGeom prst="rect">
            <a:avLst/>
          </a:prstGeom>
        </p:spPr>
        <p:txBody>
          <a:bodyPr spcFirstLastPara="1" wrap="square" lIns="0" tIns="0" rIns="0" bIns="0" anchor="ctr" anchorCtr="0">
            <a:noAutofit/>
          </a:bodyPr>
          <a:lstStyle/>
          <a:p>
            <a:pPr marL="457200" lvl="0" indent="-355600" algn="l" rtl="0">
              <a:lnSpc>
                <a:spcPct val="85000"/>
              </a:lnSpc>
              <a:spcBef>
                <a:spcPts val="0"/>
              </a:spcBef>
              <a:spcAft>
                <a:spcPts val="0"/>
              </a:spcAft>
              <a:buSzPts val="2000"/>
              <a:buAutoNum type="arabicPeriod"/>
            </a:pPr>
            <a:r>
              <a:rPr lang="en" sz="2000"/>
              <a:t>How has the global mix of heavy crude changed over time?</a:t>
            </a:r>
            <a:br>
              <a:rPr lang="en" sz="2000"/>
            </a:br>
            <a:endParaRPr sz="2000"/>
          </a:p>
          <a:p>
            <a:pPr marL="457200" lvl="0" indent="-355600" algn="l" rtl="0">
              <a:lnSpc>
                <a:spcPct val="85000"/>
              </a:lnSpc>
              <a:spcBef>
                <a:spcPts val="0"/>
              </a:spcBef>
              <a:spcAft>
                <a:spcPts val="0"/>
              </a:spcAft>
              <a:buSzPts val="2000"/>
              <a:buAutoNum type="arabicPeriod"/>
            </a:pPr>
            <a:r>
              <a:rPr lang="en" sz="2000"/>
              <a:t>Which countries produce and consume heavy oil, and how has this changed across historical disruptions?</a:t>
            </a:r>
            <a:br>
              <a:rPr lang="en" sz="2000">
                <a:solidFill>
                  <a:schemeClr val="accent2"/>
                </a:solidFill>
              </a:rPr>
            </a:br>
            <a:endParaRPr sz="2000">
              <a:solidFill>
                <a:schemeClr val="accent2"/>
              </a:solidFill>
            </a:endParaRPr>
          </a:p>
          <a:p>
            <a:pPr marL="457200" lvl="0" indent="-355600" algn="l" rtl="0">
              <a:lnSpc>
                <a:spcPct val="85000"/>
              </a:lnSpc>
              <a:spcBef>
                <a:spcPts val="0"/>
              </a:spcBef>
              <a:spcAft>
                <a:spcPts val="0"/>
              </a:spcAft>
              <a:buSzPts val="2000"/>
              <a:buAutoNum type="arabicPeriod"/>
            </a:pPr>
            <a:r>
              <a:rPr lang="en" sz="2000"/>
              <a:t>Which countries are structurally dependent on heavy crude?</a:t>
            </a:r>
            <a:br>
              <a:rPr lang="en" sz="2000"/>
            </a:br>
            <a:endParaRPr sz="2000"/>
          </a:p>
          <a:p>
            <a:pPr marL="457200" lvl="0" indent="-355600" algn="l" rtl="0">
              <a:lnSpc>
                <a:spcPct val="85000"/>
              </a:lnSpc>
              <a:spcBef>
                <a:spcPts val="0"/>
              </a:spcBef>
              <a:spcAft>
                <a:spcPts val="0"/>
              </a:spcAft>
              <a:buClr>
                <a:schemeClr val="accent2"/>
              </a:buClr>
              <a:buSzPts val="2000"/>
              <a:buAutoNum type="arabicPeriod"/>
            </a:pPr>
            <a:r>
              <a:rPr lang="en" sz="2000">
                <a:solidFill>
                  <a:schemeClr val="accent2"/>
                </a:solidFill>
              </a:rPr>
              <a:t>How concentrated is global heavy crude production?</a:t>
            </a:r>
            <a:br>
              <a:rPr lang="en" sz="2000"/>
            </a:br>
            <a:endParaRPr sz="2000"/>
          </a:p>
          <a:p>
            <a:pPr marL="457200" lvl="0" indent="-355600" algn="l" rtl="0">
              <a:lnSpc>
                <a:spcPct val="85000"/>
              </a:lnSpc>
              <a:spcBef>
                <a:spcPts val="0"/>
              </a:spcBef>
              <a:spcAft>
                <a:spcPts val="0"/>
              </a:spcAft>
              <a:buSzPts val="2000"/>
              <a:buAutoNum type="arabicPeriod"/>
            </a:pPr>
            <a:r>
              <a:rPr lang="en" sz="2000"/>
              <a:t>What strategic role could Canada play in mitigating future heavy crude shortages?</a:t>
            </a:r>
            <a:endParaRPr sz="2000"/>
          </a:p>
        </p:txBody>
      </p:sp>
      <p:pic>
        <p:nvPicPr>
          <p:cNvPr id="764" name="Google Shape;764;p85">
            <a:hlinkClick r:id="rId3"/>
          </p:cNvPr>
          <p:cNvPicPr preferRelativeResize="0"/>
          <p:nvPr/>
        </p:nvPicPr>
        <p:blipFill rotWithShape="1">
          <a:blip r:embed="rId4">
            <a:alphaModFix/>
          </a:blip>
          <a:srcRect l="57857" t="19800" b="20053"/>
          <a:stretch/>
        </p:blipFill>
        <p:spPr>
          <a:xfrm>
            <a:off x="8204381" y="4334656"/>
            <a:ext cx="652474" cy="698150"/>
          </a:xfrm>
          <a:prstGeom prst="rect">
            <a:avLst/>
          </a:prstGeom>
          <a:noFill/>
          <a:ln>
            <a:noFill/>
          </a:ln>
        </p:spPr>
      </p:pic>
      <p:pic>
        <p:nvPicPr>
          <p:cNvPr id="765" name="Google Shape;765;p85"/>
          <p:cNvPicPr preferRelativeResize="0"/>
          <p:nvPr/>
        </p:nvPicPr>
        <p:blipFill>
          <a:blip r:embed="rId5">
            <a:alphaModFix/>
          </a:blip>
          <a:stretch>
            <a:fillRect/>
          </a:stretch>
        </p:blipFill>
        <p:spPr>
          <a:xfrm>
            <a:off x="5637" y="0"/>
            <a:ext cx="9132725" cy="5143500"/>
          </a:xfrm>
          <a:prstGeom prst="rect">
            <a:avLst/>
          </a:prstGeom>
          <a:noFill/>
          <a:ln>
            <a:noFill/>
          </a:ln>
        </p:spPr>
      </p:pic>
      <p:sp>
        <p:nvSpPr>
          <p:cNvPr id="766" name="Google Shape;766;p85"/>
          <p:cNvSpPr/>
          <p:nvPr/>
        </p:nvSpPr>
        <p:spPr>
          <a:xfrm>
            <a:off x="5197575" y="938000"/>
            <a:ext cx="3876000" cy="3108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70"/>
        <p:cNvGrpSpPr/>
        <p:nvPr/>
      </p:nvGrpSpPr>
      <p:grpSpPr>
        <a:xfrm>
          <a:off x="0" y="0"/>
          <a:ext cx="0" cy="0"/>
          <a:chOff x="0" y="0"/>
          <a:chExt cx="0" cy="0"/>
        </a:xfrm>
      </p:grpSpPr>
      <p:sp>
        <p:nvSpPr>
          <p:cNvPr id="771" name="Google Shape;771;p86"/>
          <p:cNvSpPr txBox="1">
            <a:spLocks noGrp="1"/>
          </p:cNvSpPr>
          <p:nvPr>
            <p:ph type="title"/>
          </p:nvPr>
        </p:nvSpPr>
        <p:spPr>
          <a:xfrm>
            <a:off x="402150" y="367175"/>
            <a:ext cx="4227600" cy="2154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000" b="1">
                <a:solidFill>
                  <a:srgbClr val="F1C232"/>
                </a:solidFill>
              </a:rPr>
              <a:t>Results and Analysis</a:t>
            </a:r>
            <a:endParaRPr sz="2000" b="1">
              <a:solidFill>
                <a:srgbClr val="F1C232"/>
              </a:solidFill>
            </a:endParaRPr>
          </a:p>
        </p:txBody>
      </p:sp>
      <p:sp>
        <p:nvSpPr>
          <p:cNvPr id="772" name="Google Shape;772;p86"/>
          <p:cNvSpPr txBox="1">
            <a:spLocks noGrp="1"/>
          </p:cNvSpPr>
          <p:nvPr>
            <p:ph type="subTitle" idx="5"/>
          </p:nvPr>
        </p:nvSpPr>
        <p:spPr>
          <a:xfrm>
            <a:off x="709000" y="858758"/>
            <a:ext cx="7688100" cy="3570000"/>
          </a:xfrm>
          <a:prstGeom prst="rect">
            <a:avLst/>
          </a:prstGeom>
        </p:spPr>
        <p:txBody>
          <a:bodyPr spcFirstLastPara="1" wrap="square" lIns="0" tIns="0" rIns="0" bIns="0" anchor="ctr" anchorCtr="0">
            <a:noAutofit/>
          </a:bodyPr>
          <a:lstStyle/>
          <a:p>
            <a:pPr marL="457200" lvl="0" indent="-355600" algn="l" rtl="0">
              <a:lnSpc>
                <a:spcPct val="85000"/>
              </a:lnSpc>
              <a:spcBef>
                <a:spcPts val="0"/>
              </a:spcBef>
              <a:spcAft>
                <a:spcPts val="0"/>
              </a:spcAft>
              <a:buSzPts val="2000"/>
              <a:buAutoNum type="arabicPeriod"/>
            </a:pPr>
            <a:r>
              <a:rPr lang="en" sz="2000"/>
              <a:t>How has the global mix of heavy crude changed over time?</a:t>
            </a:r>
            <a:br>
              <a:rPr lang="en" sz="2000"/>
            </a:br>
            <a:endParaRPr sz="2000"/>
          </a:p>
          <a:p>
            <a:pPr marL="457200" lvl="0" indent="-355600" algn="l" rtl="0">
              <a:lnSpc>
                <a:spcPct val="85000"/>
              </a:lnSpc>
              <a:spcBef>
                <a:spcPts val="0"/>
              </a:spcBef>
              <a:spcAft>
                <a:spcPts val="0"/>
              </a:spcAft>
              <a:buClr>
                <a:schemeClr val="accent2"/>
              </a:buClr>
              <a:buSzPts val="2000"/>
              <a:buAutoNum type="arabicPeriod"/>
            </a:pPr>
            <a:r>
              <a:rPr lang="en" sz="2000">
                <a:solidFill>
                  <a:schemeClr val="accent2"/>
                </a:solidFill>
              </a:rPr>
              <a:t>Which countries produce and consume heavy oil, and how has this changed across historical disruptions?</a:t>
            </a:r>
            <a:br>
              <a:rPr lang="en" sz="2000">
                <a:solidFill>
                  <a:schemeClr val="accent2"/>
                </a:solidFill>
              </a:rPr>
            </a:br>
            <a:endParaRPr sz="2000">
              <a:solidFill>
                <a:schemeClr val="accent2"/>
              </a:solidFill>
            </a:endParaRPr>
          </a:p>
          <a:p>
            <a:pPr marL="457200" lvl="0" indent="-355600" algn="l" rtl="0">
              <a:lnSpc>
                <a:spcPct val="85000"/>
              </a:lnSpc>
              <a:spcBef>
                <a:spcPts val="0"/>
              </a:spcBef>
              <a:spcAft>
                <a:spcPts val="0"/>
              </a:spcAft>
              <a:buSzPts val="2000"/>
              <a:buAutoNum type="arabicPeriod"/>
            </a:pPr>
            <a:r>
              <a:rPr lang="en" sz="2000"/>
              <a:t>Which countries are structurally dependent on heavy crude?</a:t>
            </a:r>
            <a:br>
              <a:rPr lang="en" sz="2000"/>
            </a:br>
            <a:endParaRPr sz="2000"/>
          </a:p>
          <a:p>
            <a:pPr marL="457200" lvl="0" indent="-355600" algn="l" rtl="0">
              <a:lnSpc>
                <a:spcPct val="85000"/>
              </a:lnSpc>
              <a:spcBef>
                <a:spcPts val="0"/>
              </a:spcBef>
              <a:spcAft>
                <a:spcPts val="0"/>
              </a:spcAft>
              <a:buSzPts val="2000"/>
              <a:buAutoNum type="arabicPeriod"/>
            </a:pPr>
            <a:r>
              <a:rPr lang="en" sz="2000"/>
              <a:t>How concentrated is global heavy crude production?</a:t>
            </a:r>
            <a:br>
              <a:rPr lang="en" sz="2000"/>
            </a:br>
            <a:endParaRPr sz="2000"/>
          </a:p>
          <a:p>
            <a:pPr marL="457200" lvl="0" indent="-355600" algn="l" rtl="0">
              <a:lnSpc>
                <a:spcPct val="85000"/>
              </a:lnSpc>
              <a:spcBef>
                <a:spcPts val="0"/>
              </a:spcBef>
              <a:spcAft>
                <a:spcPts val="0"/>
              </a:spcAft>
              <a:buSzPts val="2000"/>
              <a:buAutoNum type="arabicPeriod"/>
            </a:pPr>
            <a:r>
              <a:rPr lang="en" sz="2000"/>
              <a:t>What strategic role could Canada play in mitigating future heavy crude shortages?</a:t>
            </a:r>
            <a:endParaRPr sz="2000"/>
          </a:p>
        </p:txBody>
      </p:sp>
      <p:pic>
        <p:nvPicPr>
          <p:cNvPr id="773" name="Google Shape;773;p86">
            <a:hlinkClick r:id="rId3"/>
          </p:cNvPr>
          <p:cNvPicPr preferRelativeResize="0"/>
          <p:nvPr/>
        </p:nvPicPr>
        <p:blipFill rotWithShape="1">
          <a:blip r:embed="rId4">
            <a:alphaModFix/>
          </a:blip>
          <a:srcRect l="57857" t="19800" b="20053"/>
          <a:stretch/>
        </p:blipFill>
        <p:spPr>
          <a:xfrm>
            <a:off x="8204381" y="4334656"/>
            <a:ext cx="652474" cy="698150"/>
          </a:xfrm>
          <a:prstGeom prst="rect">
            <a:avLst/>
          </a:prstGeom>
          <a:noFill/>
          <a:ln>
            <a:noFill/>
          </a:ln>
        </p:spPr>
      </p:pic>
      <p:pic>
        <p:nvPicPr>
          <p:cNvPr id="774" name="Google Shape;774;p86"/>
          <p:cNvPicPr preferRelativeResize="0"/>
          <p:nvPr/>
        </p:nvPicPr>
        <p:blipFill>
          <a:blip r:embed="rId5">
            <a:alphaModFix/>
          </a:blip>
          <a:stretch>
            <a:fillRect/>
          </a:stretch>
        </p:blipFill>
        <p:spPr>
          <a:xfrm>
            <a:off x="0" y="9141"/>
            <a:ext cx="9144001" cy="512521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78"/>
        <p:cNvGrpSpPr/>
        <p:nvPr/>
      </p:nvGrpSpPr>
      <p:grpSpPr>
        <a:xfrm>
          <a:off x="0" y="0"/>
          <a:ext cx="0" cy="0"/>
          <a:chOff x="0" y="0"/>
          <a:chExt cx="0" cy="0"/>
        </a:xfrm>
      </p:grpSpPr>
      <p:sp>
        <p:nvSpPr>
          <p:cNvPr id="779" name="Google Shape;779;p87"/>
          <p:cNvSpPr txBox="1">
            <a:spLocks noGrp="1"/>
          </p:cNvSpPr>
          <p:nvPr>
            <p:ph type="title"/>
          </p:nvPr>
        </p:nvSpPr>
        <p:spPr>
          <a:xfrm>
            <a:off x="402150" y="367175"/>
            <a:ext cx="4227600" cy="2154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000" b="1">
                <a:solidFill>
                  <a:srgbClr val="F1C232"/>
                </a:solidFill>
              </a:rPr>
              <a:t>Results and Analysis</a:t>
            </a:r>
            <a:endParaRPr sz="2000" b="1">
              <a:solidFill>
                <a:srgbClr val="F1C232"/>
              </a:solidFill>
            </a:endParaRPr>
          </a:p>
        </p:txBody>
      </p:sp>
      <p:sp>
        <p:nvSpPr>
          <p:cNvPr id="780" name="Google Shape;780;p87"/>
          <p:cNvSpPr txBox="1">
            <a:spLocks noGrp="1"/>
          </p:cNvSpPr>
          <p:nvPr>
            <p:ph type="subTitle" idx="5"/>
          </p:nvPr>
        </p:nvSpPr>
        <p:spPr>
          <a:xfrm>
            <a:off x="709000" y="858758"/>
            <a:ext cx="7688100" cy="3570000"/>
          </a:xfrm>
          <a:prstGeom prst="rect">
            <a:avLst/>
          </a:prstGeom>
        </p:spPr>
        <p:txBody>
          <a:bodyPr spcFirstLastPara="1" wrap="square" lIns="0" tIns="0" rIns="0" bIns="0" anchor="ctr" anchorCtr="0">
            <a:noAutofit/>
          </a:bodyPr>
          <a:lstStyle/>
          <a:p>
            <a:pPr marL="457200" lvl="0" indent="-355600" algn="l" rtl="0">
              <a:lnSpc>
                <a:spcPct val="85000"/>
              </a:lnSpc>
              <a:spcBef>
                <a:spcPts val="0"/>
              </a:spcBef>
              <a:spcAft>
                <a:spcPts val="0"/>
              </a:spcAft>
              <a:buSzPts val="2000"/>
              <a:buAutoNum type="arabicPeriod"/>
            </a:pPr>
            <a:r>
              <a:rPr lang="en" sz="2000"/>
              <a:t>How has the global mix of heavy crude changed over time?</a:t>
            </a:r>
            <a:br>
              <a:rPr lang="en" sz="2000"/>
            </a:br>
            <a:endParaRPr sz="2000"/>
          </a:p>
          <a:p>
            <a:pPr marL="457200" lvl="0" indent="-355600" algn="l" rtl="0">
              <a:lnSpc>
                <a:spcPct val="85000"/>
              </a:lnSpc>
              <a:spcBef>
                <a:spcPts val="0"/>
              </a:spcBef>
              <a:spcAft>
                <a:spcPts val="0"/>
              </a:spcAft>
              <a:buClr>
                <a:schemeClr val="accent2"/>
              </a:buClr>
              <a:buSzPts val="2000"/>
              <a:buAutoNum type="arabicPeriod"/>
            </a:pPr>
            <a:r>
              <a:rPr lang="en" sz="2000">
                <a:solidFill>
                  <a:schemeClr val="accent2"/>
                </a:solidFill>
              </a:rPr>
              <a:t>Which countries produce and consume heavy oil, and how has this changed across historical disruptions?</a:t>
            </a:r>
            <a:br>
              <a:rPr lang="en" sz="2000">
                <a:solidFill>
                  <a:schemeClr val="accent2"/>
                </a:solidFill>
              </a:rPr>
            </a:br>
            <a:endParaRPr sz="2000">
              <a:solidFill>
                <a:schemeClr val="accent2"/>
              </a:solidFill>
            </a:endParaRPr>
          </a:p>
          <a:p>
            <a:pPr marL="457200" lvl="0" indent="-355600" algn="l" rtl="0">
              <a:lnSpc>
                <a:spcPct val="85000"/>
              </a:lnSpc>
              <a:spcBef>
                <a:spcPts val="0"/>
              </a:spcBef>
              <a:spcAft>
                <a:spcPts val="0"/>
              </a:spcAft>
              <a:buSzPts val="2000"/>
              <a:buAutoNum type="arabicPeriod"/>
            </a:pPr>
            <a:r>
              <a:rPr lang="en" sz="2000"/>
              <a:t>Which countries are structurally dependent on heavy crude?</a:t>
            </a:r>
            <a:br>
              <a:rPr lang="en" sz="2000"/>
            </a:br>
            <a:endParaRPr sz="2000"/>
          </a:p>
          <a:p>
            <a:pPr marL="457200" lvl="0" indent="-355600" algn="l" rtl="0">
              <a:lnSpc>
                <a:spcPct val="85000"/>
              </a:lnSpc>
              <a:spcBef>
                <a:spcPts val="0"/>
              </a:spcBef>
              <a:spcAft>
                <a:spcPts val="0"/>
              </a:spcAft>
              <a:buSzPts val="2000"/>
              <a:buAutoNum type="arabicPeriod"/>
            </a:pPr>
            <a:r>
              <a:rPr lang="en" sz="2000"/>
              <a:t>How concentrated is global heavy crude production?</a:t>
            </a:r>
            <a:br>
              <a:rPr lang="en" sz="2000"/>
            </a:br>
            <a:endParaRPr sz="2000"/>
          </a:p>
          <a:p>
            <a:pPr marL="457200" lvl="0" indent="-355600" algn="l" rtl="0">
              <a:lnSpc>
                <a:spcPct val="85000"/>
              </a:lnSpc>
              <a:spcBef>
                <a:spcPts val="0"/>
              </a:spcBef>
              <a:spcAft>
                <a:spcPts val="0"/>
              </a:spcAft>
              <a:buSzPts val="2000"/>
              <a:buAutoNum type="arabicPeriod"/>
            </a:pPr>
            <a:r>
              <a:rPr lang="en" sz="2000"/>
              <a:t>What strategic role could Canada play in mitigating future heavy crude shortages?</a:t>
            </a:r>
            <a:endParaRPr sz="2000"/>
          </a:p>
        </p:txBody>
      </p:sp>
      <p:pic>
        <p:nvPicPr>
          <p:cNvPr id="781" name="Google Shape;781;p87">
            <a:hlinkClick r:id="rId3"/>
          </p:cNvPr>
          <p:cNvPicPr preferRelativeResize="0"/>
          <p:nvPr/>
        </p:nvPicPr>
        <p:blipFill rotWithShape="1">
          <a:blip r:embed="rId4">
            <a:alphaModFix/>
          </a:blip>
          <a:srcRect l="57857" t="19800" b="20053"/>
          <a:stretch/>
        </p:blipFill>
        <p:spPr>
          <a:xfrm>
            <a:off x="8204381" y="4334656"/>
            <a:ext cx="652474" cy="698150"/>
          </a:xfrm>
          <a:prstGeom prst="rect">
            <a:avLst/>
          </a:prstGeom>
          <a:noFill/>
          <a:ln>
            <a:noFill/>
          </a:ln>
        </p:spPr>
      </p:pic>
      <p:pic>
        <p:nvPicPr>
          <p:cNvPr id="782" name="Google Shape;782;p87"/>
          <p:cNvPicPr preferRelativeResize="0"/>
          <p:nvPr/>
        </p:nvPicPr>
        <p:blipFill>
          <a:blip r:embed="rId5">
            <a:alphaModFix/>
          </a:blip>
          <a:stretch>
            <a:fillRect/>
          </a:stretch>
        </p:blipFill>
        <p:spPr>
          <a:xfrm>
            <a:off x="0" y="5572"/>
            <a:ext cx="9143999" cy="513235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86"/>
        <p:cNvGrpSpPr/>
        <p:nvPr/>
      </p:nvGrpSpPr>
      <p:grpSpPr>
        <a:xfrm>
          <a:off x="0" y="0"/>
          <a:ext cx="0" cy="0"/>
          <a:chOff x="0" y="0"/>
          <a:chExt cx="0" cy="0"/>
        </a:xfrm>
      </p:grpSpPr>
      <p:sp>
        <p:nvSpPr>
          <p:cNvPr id="787" name="Google Shape;787;p88"/>
          <p:cNvSpPr txBox="1">
            <a:spLocks noGrp="1"/>
          </p:cNvSpPr>
          <p:nvPr>
            <p:ph type="title"/>
          </p:nvPr>
        </p:nvSpPr>
        <p:spPr>
          <a:xfrm>
            <a:off x="402150" y="367175"/>
            <a:ext cx="4227600" cy="2154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000" b="1">
                <a:solidFill>
                  <a:srgbClr val="F1C232"/>
                </a:solidFill>
              </a:rPr>
              <a:t>Results and Analysis</a:t>
            </a:r>
            <a:endParaRPr sz="2000" b="1">
              <a:solidFill>
                <a:srgbClr val="F1C232"/>
              </a:solidFill>
            </a:endParaRPr>
          </a:p>
        </p:txBody>
      </p:sp>
      <p:sp>
        <p:nvSpPr>
          <p:cNvPr id="788" name="Google Shape;788;p88"/>
          <p:cNvSpPr txBox="1">
            <a:spLocks noGrp="1"/>
          </p:cNvSpPr>
          <p:nvPr>
            <p:ph type="subTitle" idx="5"/>
          </p:nvPr>
        </p:nvSpPr>
        <p:spPr>
          <a:xfrm>
            <a:off x="709000" y="858758"/>
            <a:ext cx="7688100" cy="3570000"/>
          </a:xfrm>
          <a:prstGeom prst="rect">
            <a:avLst/>
          </a:prstGeom>
        </p:spPr>
        <p:txBody>
          <a:bodyPr spcFirstLastPara="1" wrap="square" lIns="0" tIns="0" rIns="0" bIns="0" anchor="ctr" anchorCtr="0">
            <a:noAutofit/>
          </a:bodyPr>
          <a:lstStyle/>
          <a:p>
            <a:pPr marL="457200" lvl="0" indent="-355600" algn="l" rtl="0">
              <a:lnSpc>
                <a:spcPct val="85000"/>
              </a:lnSpc>
              <a:spcBef>
                <a:spcPts val="0"/>
              </a:spcBef>
              <a:spcAft>
                <a:spcPts val="0"/>
              </a:spcAft>
              <a:buSzPts val="2000"/>
              <a:buAutoNum type="arabicPeriod"/>
            </a:pPr>
            <a:r>
              <a:rPr lang="en" sz="2000"/>
              <a:t>How has the global mix of heavy crude changed over time?</a:t>
            </a:r>
            <a:br>
              <a:rPr lang="en" sz="2000"/>
            </a:br>
            <a:endParaRPr sz="2000"/>
          </a:p>
          <a:p>
            <a:pPr marL="457200" lvl="0" indent="-355600" algn="l" rtl="0">
              <a:lnSpc>
                <a:spcPct val="85000"/>
              </a:lnSpc>
              <a:spcBef>
                <a:spcPts val="0"/>
              </a:spcBef>
              <a:spcAft>
                <a:spcPts val="0"/>
              </a:spcAft>
              <a:buClr>
                <a:schemeClr val="accent2"/>
              </a:buClr>
              <a:buSzPts val="2000"/>
              <a:buAutoNum type="arabicPeriod"/>
            </a:pPr>
            <a:r>
              <a:rPr lang="en" sz="2000">
                <a:solidFill>
                  <a:schemeClr val="accent2"/>
                </a:solidFill>
              </a:rPr>
              <a:t>Which countries produce and consume heavy oil, and how has this changed across historical disruptions?</a:t>
            </a:r>
            <a:br>
              <a:rPr lang="en" sz="2000">
                <a:solidFill>
                  <a:schemeClr val="accent2"/>
                </a:solidFill>
              </a:rPr>
            </a:br>
            <a:endParaRPr sz="2000">
              <a:solidFill>
                <a:schemeClr val="accent2"/>
              </a:solidFill>
            </a:endParaRPr>
          </a:p>
          <a:p>
            <a:pPr marL="457200" lvl="0" indent="-355600" algn="l" rtl="0">
              <a:lnSpc>
                <a:spcPct val="85000"/>
              </a:lnSpc>
              <a:spcBef>
                <a:spcPts val="0"/>
              </a:spcBef>
              <a:spcAft>
                <a:spcPts val="0"/>
              </a:spcAft>
              <a:buSzPts val="2000"/>
              <a:buAutoNum type="arabicPeriod"/>
            </a:pPr>
            <a:r>
              <a:rPr lang="en" sz="2000"/>
              <a:t>Which countries are structurally dependent on heavy crude?</a:t>
            </a:r>
            <a:br>
              <a:rPr lang="en" sz="2000"/>
            </a:br>
            <a:endParaRPr sz="2000"/>
          </a:p>
          <a:p>
            <a:pPr marL="457200" lvl="0" indent="-355600" algn="l" rtl="0">
              <a:lnSpc>
                <a:spcPct val="85000"/>
              </a:lnSpc>
              <a:spcBef>
                <a:spcPts val="0"/>
              </a:spcBef>
              <a:spcAft>
                <a:spcPts val="0"/>
              </a:spcAft>
              <a:buSzPts val="2000"/>
              <a:buAutoNum type="arabicPeriod"/>
            </a:pPr>
            <a:r>
              <a:rPr lang="en" sz="2000"/>
              <a:t>How concentrated is global heavy crude production?</a:t>
            </a:r>
            <a:br>
              <a:rPr lang="en" sz="2000"/>
            </a:br>
            <a:endParaRPr sz="2000"/>
          </a:p>
          <a:p>
            <a:pPr marL="457200" lvl="0" indent="-355600" algn="l" rtl="0">
              <a:lnSpc>
                <a:spcPct val="85000"/>
              </a:lnSpc>
              <a:spcBef>
                <a:spcPts val="0"/>
              </a:spcBef>
              <a:spcAft>
                <a:spcPts val="0"/>
              </a:spcAft>
              <a:buSzPts val="2000"/>
              <a:buAutoNum type="arabicPeriod"/>
            </a:pPr>
            <a:r>
              <a:rPr lang="en" sz="2000"/>
              <a:t>What strategic role could Canada play in mitigating future heavy crude shortages?</a:t>
            </a:r>
            <a:endParaRPr sz="2000"/>
          </a:p>
        </p:txBody>
      </p:sp>
      <p:pic>
        <p:nvPicPr>
          <p:cNvPr id="789" name="Google Shape;789;p88">
            <a:hlinkClick r:id="rId3"/>
          </p:cNvPr>
          <p:cNvPicPr preferRelativeResize="0"/>
          <p:nvPr/>
        </p:nvPicPr>
        <p:blipFill rotWithShape="1">
          <a:blip r:embed="rId4">
            <a:alphaModFix/>
          </a:blip>
          <a:srcRect l="57857" t="19800" b="20053"/>
          <a:stretch/>
        </p:blipFill>
        <p:spPr>
          <a:xfrm>
            <a:off x="8204381" y="4334656"/>
            <a:ext cx="652474" cy="698150"/>
          </a:xfrm>
          <a:prstGeom prst="rect">
            <a:avLst/>
          </a:prstGeom>
          <a:noFill/>
          <a:ln>
            <a:noFill/>
          </a:ln>
        </p:spPr>
      </p:pic>
      <p:pic>
        <p:nvPicPr>
          <p:cNvPr id="790" name="Google Shape;790;p88"/>
          <p:cNvPicPr preferRelativeResize="0"/>
          <p:nvPr/>
        </p:nvPicPr>
        <p:blipFill>
          <a:blip r:embed="rId5">
            <a:alphaModFix/>
          </a:blip>
          <a:stretch>
            <a:fillRect/>
          </a:stretch>
        </p:blipFill>
        <p:spPr>
          <a:xfrm>
            <a:off x="0" y="9141"/>
            <a:ext cx="9144001" cy="512521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94"/>
        <p:cNvGrpSpPr/>
        <p:nvPr/>
      </p:nvGrpSpPr>
      <p:grpSpPr>
        <a:xfrm>
          <a:off x="0" y="0"/>
          <a:ext cx="0" cy="0"/>
          <a:chOff x="0" y="0"/>
          <a:chExt cx="0" cy="0"/>
        </a:xfrm>
      </p:grpSpPr>
      <p:sp>
        <p:nvSpPr>
          <p:cNvPr id="795" name="Google Shape;795;p89"/>
          <p:cNvSpPr txBox="1">
            <a:spLocks noGrp="1"/>
          </p:cNvSpPr>
          <p:nvPr>
            <p:ph type="title"/>
          </p:nvPr>
        </p:nvSpPr>
        <p:spPr>
          <a:xfrm>
            <a:off x="402150" y="367175"/>
            <a:ext cx="4227600" cy="2154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000" b="1">
                <a:solidFill>
                  <a:srgbClr val="F1C232"/>
                </a:solidFill>
              </a:rPr>
              <a:t>Results and Analysis</a:t>
            </a:r>
            <a:endParaRPr sz="2000" b="1">
              <a:solidFill>
                <a:srgbClr val="F1C232"/>
              </a:solidFill>
            </a:endParaRPr>
          </a:p>
        </p:txBody>
      </p:sp>
      <p:sp>
        <p:nvSpPr>
          <p:cNvPr id="796" name="Google Shape;796;p89"/>
          <p:cNvSpPr txBox="1">
            <a:spLocks noGrp="1"/>
          </p:cNvSpPr>
          <p:nvPr>
            <p:ph type="subTitle" idx="5"/>
          </p:nvPr>
        </p:nvSpPr>
        <p:spPr>
          <a:xfrm>
            <a:off x="709000" y="858758"/>
            <a:ext cx="7688100" cy="3570000"/>
          </a:xfrm>
          <a:prstGeom prst="rect">
            <a:avLst/>
          </a:prstGeom>
        </p:spPr>
        <p:txBody>
          <a:bodyPr spcFirstLastPara="1" wrap="square" lIns="0" tIns="0" rIns="0" bIns="0" anchor="ctr" anchorCtr="0">
            <a:noAutofit/>
          </a:bodyPr>
          <a:lstStyle/>
          <a:p>
            <a:pPr marL="457200" lvl="0" indent="-355600" algn="l" rtl="0">
              <a:lnSpc>
                <a:spcPct val="85000"/>
              </a:lnSpc>
              <a:spcBef>
                <a:spcPts val="0"/>
              </a:spcBef>
              <a:spcAft>
                <a:spcPts val="0"/>
              </a:spcAft>
              <a:buSzPts val="2000"/>
              <a:buAutoNum type="arabicPeriod"/>
            </a:pPr>
            <a:r>
              <a:rPr lang="en" sz="2000"/>
              <a:t>How has the global mix of heavy crude changed over time?</a:t>
            </a:r>
            <a:br>
              <a:rPr lang="en" sz="2000"/>
            </a:br>
            <a:endParaRPr sz="2000"/>
          </a:p>
          <a:p>
            <a:pPr marL="457200" lvl="0" indent="-355600" algn="l" rtl="0">
              <a:lnSpc>
                <a:spcPct val="85000"/>
              </a:lnSpc>
              <a:spcBef>
                <a:spcPts val="0"/>
              </a:spcBef>
              <a:spcAft>
                <a:spcPts val="0"/>
              </a:spcAft>
              <a:buClr>
                <a:schemeClr val="accent2"/>
              </a:buClr>
              <a:buSzPts val="2000"/>
              <a:buAutoNum type="arabicPeriod"/>
            </a:pPr>
            <a:r>
              <a:rPr lang="en" sz="2000">
                <a:solidFill>
                  <a:schemeClr val="accent2"/>
                </a:solidFill>
              </a:rPr>
              <a:t>Which countries produce and consume heavy oil, and how has this changed across historical disruptions?</a:t>
            </a:r>
            <a:br>
              <a:rPr lang="en" sz="2000">
                <a:solidFill>
                  <a:schemeClr val="accent2"/>
                </a:solidFill>
              </a:rPr>
            </a:br>
            <a:endParaRPr sz="2000">
              <a:solidFill>
                <a:schemeClr val="accent2"/>
              </a:solidFill>
            </a:endParaRPr>
          </a:p>
          <a:p>
            <a:pPr marL="457200" lvl="0" indent="-355600" algn="l" rtl="0">
              <a:lnSpc>
                <a:spcPct val="85000"/>
              </a:lnSpc>
              <a:spcBef>
                <a:spcPts val="0"/>
              </a:spcBef>
              <a:spcAft>
                <a:spcPts val="0"/>
              </a:spcAft>
              <a:buSzPts val="2000"/>
              <a:buAutoNum type="arabicPeriod"/>
            </a:pPr>
            <a:r>
              <a:rPr lang="en" sz="2000"/>
              <a:t>Which countries are structurally dependent on heavy crude?</a:t>
            </a:r>
            <a:br>
              <a:rPr lang="en" sz="2000"/>
            </a:br>
            <a:endParaRPr sz="2000"/>
          </a:p>
          <a:p>
            <a:pPr marL="457200" lvl="0" indent="-355600" algn="l" rtl="0">
              <a:lnSpc>
                <a:spcPct val="85000"/>
              </a:lnSpc>
              <a:spcBef>
                <a:spcPts val="0"/>
              </a:spcBef>
              <a:spcAft>
                <a:spcPts val="0"/>
              </a:spcAft>
              <a:buSzPts val="2000"/>
              <a:buAutoNum type="arabicPeriod"/>
            </a:pPr>
            <a:r>
              <a:rPr lang="en" sz="2000"/>
              <a:t>How concentrated is global heavy crude production?</a:t>
            </a:r>
            <a:br>
              <a:rPr lang="en" sz="2000"/>
            </a:br>
            <a:endParaRPr sz="2000"/>
          </a:p>
          <a:p>
            <a:pPr marL="457200" lvl="0" indent="-355600" algn="l" rtl="0">
              <a:lnSpc>
                <a:spcPct val="85000"/>
              </a:lnSpc>
              <a:spcBef>
                <a:spcPts val="0"/>
              </a:spcBef>
              <a:spcAft>
                <a:spcPts val="0"/>
              </a:spcAft>
              <a:buSzPts val="2000"/>
              <a:buAutoNum type="arabicPeriod"/>
            </a:pPr>
            <a:r>
              <a:rPr lang="en" sz="2000"/>
              <a:t>What strategic role could Canada play in mitigating future heavy crude shortages?</a:t>
            </a:r>
            <a:endParaRPr sz="2000"/>
          </a:p>
        </p:txBody>
      </p:sp>
      <p:pic>
        <p:nvPicPr>
          <p:cNvPr id="797" name="Google Shape;797;p89">
            <a:hlinkClick r:id="rId3"/>
          </p:cNvPr>
          <p:cNvPicPr preferRelativeResize="0"/>
          <p:nvPr/>
        </p:nvPicPr>
        <p:blipFill rotWithShape="1">
          <a:blip r:embed="rId4">
            <a:alphaModFix/>
          </a:blip>
          <a:srcRect l="57857" t="19800" b="20053"/>
          <a:stretch/>
        </p:blipFill>
        <p:spPr>
          <a:xfrm>
            <a:off x="8204381" y="4334656"/>
            <a:ext cx="652474" cy="698150"/>
          </a:xfrm>
          <a:prstGeom prst="rect">
            <a:avLst/>
          </a:prstGeom>
          <a:noFill/>
          <a:ln>
            <a:noFill/>
          </a:ln>
        </p:spPr>
      </p:pic>
      <p:pic>
        <p:nvPicPr>
          <p:cNvPr id="798" name="Google Shape;798;p89"/>
          <p:cNvPicPr preferRelativeResize="0"/>
          <p:nvPr/>
        </p:nvPicPr>
        <p:blipFill>
          <a:blip r:embed="rId5">
            <a:alphaModFix/>
          </a:blip>
          <a:stretch>
            <a:fillRect/>
          </a:stretch>
        </p:blipFill>
        <p:spPr>
          <a:xfrm>
            <a:off x="0" y="9141"/>
            <a:ext cx="9144001" cy="512521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02"/>
        <p:cNvGrpSpPr/>
        <p:nvPr/>
      </p:nvGrpSpPr>
      <p:grpSpPr>
        <a:xfrm>
          <a:off x="0" y="0"/>
          <a:ext cx="0" cy="0"/>
          <a:chOff x="0" y="0"/>
          <a:chExt cx="0" cy="0"/>
        </a:xfrm>
      </p:grpSpPr>
      <p:sp>
        <p:nvSpPr>
          <p:cNvPr id="803" name="Google Shape;803;p90"/>
          <p:cNvSpPr txBox="1">
            <a:spLocks noGrp="1"/>
          </p:cNvSpPr>
          <p:nvPr>
            <p:ph type="title"/>
          </p:nvPr>
        </p:nvSpPr>
        <p:spPr>
          <a:xfrm>
            <a:off x="402150" y="367175"/>
            <a:ext cx="4227600" cy="2154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000" b="1">
                <a:solidFill>
                  <a:srgbClr val="F1C232"/>
                </a:solidFill>
              </a:rPr>
              <a:t>Results and Analysis</a:t>
            </a:r>
            <a:endParaRPr sz="2000" b="1">
              <a:solidFill>
                <a:srgbClr val="F1C232"/>
              </a:solidFill>
            </a:endParaRPr>
          </a:p>
        </p:txBody>
      </p:sp>
      <p:sp>
        <p:nvSpPr>
          <p:cNvPr id="804" name="Google Shape;804;p90"/>
          <p:cNvSpPr txBox="1">
            <a:spLocks noGrp="1"/>
          </p:cNvSpPr>
          <p:nvPr>
            <p:ph type="subTitle" idx="5"/>
          </p:nvPr>
        </p:nvSpPr>
        <p:spPr>
          <a:xfrm>
            <a:off x="709000" y="858758"/>
            <a:ext cx="7688100" cy="3570000"/>
          </a:xfrm>
          <a:prstGeom prst="rect">
            <a:avLst/>
          </a:prstGeom>
        </p:spPr>
        <p:txBody>
          <a:bodyPr spcFirstLastPara="1" wrap="square" lIns="0" tIns="0" rIns="0" bIns="0" anchor="ctr" anchorCtr="0">
            <a:noAutofit/>
          </a:bodyPr>
          <a:lstStyle/>
          <a:p>
            <a:pPr marL="457200" lvl="0" indent="-355600" algn="l" rtl="0">
              <a:lnSpc>
                <a:spcPct val="85000"/>
              </a:lnSpc>
              <a:spcBef>
                <a:spcPts val="0"/>
              </a:spcBef>
              <a:spcAft>
                <a:spcPts val="0"/>
              </a:spcAft>
              <a:buSzPts val="2000"/>
              <a:buAutoNum type="arabicPeriod"/>
            </a:pPr>
            <a:r>
              <a:rPr lang="en" sz="2000"/>
              <a:t>How has the global mix of heavy crude changed over time?</a:t>
            </a:r>
            <a:br>
              <a:rPr lang="en" sz="2000"/>
            </a:br>
            <a:endParaRPr sz="2000"/>
          </a:p>
          <a:p>
            <a:pPr marL="457200" lvl="0" indent="-355600" algn="l" rtl="0">
              <a:lnSpc>
                <a:spcPct val="85000"/>
              </a:lnSpc>
              <a:spcBef>
                <a:spcPts val="0"/>
              </a:spcBef>
              <a:spcAft>
                <a:spcPts val="0"/>
              </a:spcAft>
              <a:buClr>
                <a:schemeClr val="accent2"/>
              </a:buClr>
              <a:buSzPts val="2000"/>
              <a:buAutoNum type="arabicPeriod"/>
            </a:pPr>
            <a:r>
              <a:rPr lang="en" sz="2000">
                <a:solidFill>
                  <a:schemeClr val="accent2"/>
                </a:solidFill>
              </a:rPr>
              <a:t>Which countries produce and consume heavy oil, and how has this changed across historical disruptions?</a:t>
            </a:r>
            <a:br>
              <a:rPr lang="en" sz="2000">
                <a:solidFill>
                  <a:schemeClr val="accent2"/>
                </a:solidFill>
              </a:rPr>
            </a:br>
            <a:endParaRPr sz="2000">
              <a:solidFill>
                <a:schemeClr val="accent2"/>
              </a:solidFill>
            </a:endParaRPr>
          </a:p>
          <a:p>
            <a:pPr marL="457200" lvl="0" indent="-355600" algn="l" rtl="0">
              <a:lnSpc>
                <a:spcPct val="85000"/>
              </a:lnSpc>
              <a:spcBef>
                <a:spcPts val="0"/>
              </a:spcBef>
              <a:spcAft>
                <a:spcPts val="0"/>
              </a:spcAft>
              <a:buSzPts val="2000"/>
              <a:buAutoNum type="arabicPeriod"/>
            </a:pPr>
            <a:r>
              <a:rPr lang="en" sz="2000"/>
              <a:t>Which countries are structurally dependent on heavy crude?</a:t>
            </a:r>
            <a:br>
              <a:rPr lang="en" sz="2000"/>
            </a:br>
            <a:endParaRPr sz="2000"/>
          </a:p>
          <a:p>
            <a:pPr marL="457200" lvl="0" indent="-355600" algn="l" rtl="0">
              <a:lnSpc>
                <a:spcPct val="85000"/>
              </a:lnSpc>
              <a:spcBef>
                <a:spcPts val="0"/>
              </a:spcBef>
              <a:spcAft>
                <a:spcPts val="0"/>
              </a:spcAft>
              <a:buSzPts val="2000"/>
              <a:buAutoNum type="arabicPeriod"/>
            </a:pPr>
            <a:r>
              <a:rPr lang="en" sz="2000"/>
              <a:t>How concentrated is global heavy crude production?</a:t>
            </a:r>
            <a:br>
              <a:rPr lang="en" sz="2000"/>
            </a:br>
            <a:endParaRPr sz="2000"/>
          </a:p>
          <a:p>
            <a:pPr marL="457200" lvl="0" indent="-355600" algn="l" rtl="0">
              <a:lnSpc>
                <a:spcPct val="85000"/>
              </a:lnSpc>
              <a:spcBef>
                <a:spcPts val="0"/>
              </a:spcBef>
              <a:spcAft>
                <a:spcPts val="0"/>
              </a:spcAft>
              <a:buSzPts val="2000"/>
              <a:buAutoNum type="arabicPeriod"/>
            </a:pPr>
            <a:r>
              <a:rPr lang="en" sz="2000"/>
              <a:t>What strategic role could Canada play in mitigating future heavy crude shortages?</a:t>
            </a:r>
            <a:endParaRPr sz="2000"/>
          </a:p>
        </p:txBody>
      </p:sp>
      <p:pic>
        <p:nvPicPr>
          <p:cNvPr id="805" name="Google Shape;805;p90">
            <a:hlinkClick r:id="rId3"/>
          </p:cNvPr>
          <p:cNvPicPr preferRelativeResize="0"/>
          <p:nvPr/>
        </p:nvPicPr>
        <p:blipFill rotWithShape="1">
          <a:blip r:embed="rId4">
            <a:alphaModFix/>
          </a:blip>
          <a:srcRect l="57857" t="19800" b="20053"/>
          <a:stretch/>
        </p:blipFill>
        <p:spPr>
          <a:xfrm>
            <a:off x="8204381" y="4334656"/>
            <a:ext cx="652474" cy="698150"/>
          </a:xfrm>
          <a:prstGeom prst="rect">
            <a:avLst/>
          </a:prstGeom>
          <a:noFill/>
          <a:ln>
            <a:noFill/>
          </a:ln>
        </p:spPr>
      </p:pic>
      <p:pic>
        <p:nvPicPr>
          <p:cNvPr id="806" name="Google Shape;806;p90"/>
          <p:cNvPicPr preferRelativeResize="0"/>
          <p:nvPr/>
        </p:nvPicPr>
        <p:blipFill>
          <a:blip r:embed="rId5">
            <a:alphaModFix/>
          </a:blip>
          <a:stretch>
            <a:fillRect/>
          </a:stretch>
        </p:blipFill>
        <p:spPr>
          <a:xfrm>
            <a:off x="0" y="4176"/>
            <a:ext cx="9144001" cy="5135149"/>
          </a:xfrm>
          <a:prstGeom prst="rect">
            <a:avLst/>
          </a:prstGeom>
          <a:noFill/>
          <a:ln>
            <a:noFill/>
          </a:ln>
        </p:spPr>
      </p:pic>
      <p:pic>
        <p:nvPicPr>
          <p:cNvPr id="807" name="Google Shape;807;p90"/>
          <p:cNvPicPr preferRelativeResize="0"/>
          <p:nvPr/>
        </p:nvPicPr>
        <p:blipFill>
          <a:blip r:embed="rId6">
            <a:alphaModFix/>
          </a:blip>
          <a:stretch>
            <a:fillRect/>
          </a:stretch>
        </p:blipFill>
        <p:spPr>
          <a:xfrm>
            <a:off x="0" y="994"/>
            <a:ext cx="9144001" cy="5141512"/>
          </a:xfrm>
          <a:prstGeom prst="rect">
            <a:avLst/>
          </a:prstGeom>
          <a:noFill/>
          <a:ln>
            <a:noFill/>
          </a:ln>
        </p:spPr>
      </p:pic>
      <p:sp>
        <p:nvSpPr>
          <p:cNvPr id="808" name="Google Shape;808;p90"/>
          <p:cNvSpPr/>
          <p:nvPr/>
        </p:nvSpPr>
        <p:spPr>
          <a:xfrm>
            <a:off x="4831650" y="1975068"/>
            <a:ext cx="3940800" cy="31548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3" name="Google Shape;813;p91"/>
          <p:cNvSpPr txBox="1">
            <a:spLocks noGrp="1"/>
          </p:cNvSpPr>
          <p:nvPr>
            <p:ph type="title"/>
          </p:nvPr>
        </p:nvSpPr>
        <p:spPr>
          <a:xfrm>
            <a:off x="402150" y="367175"/>
            <a:ext cx="4227600" cy="2154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000" b="1">
                <a:solidFill>
                  <a:srgbClr val="F1C232"/>
                </a:solidFill>
              </a:rPr>
              <a:t>Results and Analysis</a:t>
            </a:r>
            <a:endParaRPr sz="2000" b="1">
              <a:solidFill>
                <a:srgbClr val="F1C232"/>
              </a:solidFill>
            </a:endParaRPr>
          </a:p>
        </p:txBody>
      </p:sp>
      <p:sp>
        <p:nvSpPr>
          <p:cNvPr id="814" name="Google Shape;814;p91"/>
          <p:cNvSpPr txBox="1">
            <a:spLocks noGrp="1"/>
          </p:cNvSpPr>
          <p:nvPr>
            <p:ph type="subTitle" idx="5"/>
          </p:nvPr>
        </p:nvSpPr>
        <p:spPr>
          <a:xfrm>
            <a:off x="709000" y="858758"/>
            <a:ext cx="7688100" cy="3570000"/>
          </a:xfrm>
          <a:prstGeom prst="rect">
            <a:avLst/>
          </a:prstGeom>
        </p:spPr>
        <p:txBody>
          <a:bodyPr spcFirstLastPara="1" wrap="square" lIns="0" tIns="0" rIns="0" bIns="0" anchor="ctr" anchorCtr="0">
            <a:noAutofit/>
          </a:bodyPr>
          <a:lstStyle/>
          <a:p>
            <a:pPr marL="558800" lvl="0" indent="-457200" algn="l" rtl="0">
              <a:lnSpc>
                <a:spcPct val="85000"/>
              </a:lnSpc>
              <a:spcBef>
                <a:spcPts val="0"/>
              </a:spcBef>
              <a:spcAft>
                <a:spcPts val="0"/>
              </a:spcAft>
              <a:buSzPts val="2000"/>
              <a:buFont typeface="+mj-lt"/>
              <a:buAutoNum type="arabicPeriod"/>
            </a:pPr>
            <a:r>
              <a:rPr lang="en" sz="2000" dirty="0"/>
              <a:t>How has the global mix of heavy crude changed over time?</a:t>
            </a:r>
            <a:br>
              <a:rPr lang="en" sz="2000" dirty="0"/>
            </a:br>
            <a:endParaRPr sz="2000" dirty="0"/>
          </a:p>
          <a:p>
            <a:pPr marL="558800" lvl="0" indent="-457200" algn="l" rtl="0">
              <a:lnSpc>
                <a:spcPct val="85000"/>
              </a:lnSpc>
              <a:spcBef>
                <a:spcPts val="0"/>
              </a:spcBef>
              <a:spcAft>
                <a:spcPts val="0"/>
              </a:spcAft>
              <a:buSzPts val="2000"/>
              <a:buFont typeface="+mj-lt"/>
              <a:buAutoNum type="arabicPeriod"/>
            </a:pPr>
            <a:r>
              <a:rPr lang="en" sz="2000" dirty="0"/>
              <a:t>Which countries produce and consume heavy oil, and how has this changed across historical disruptions?</a:t>
            </a:r>
            <a:br>
              <a:rPr lang="en" sz="2000" dirty="0">
                <a:solidFill>
                  <a:schemeClr val="accent2"/>
                </a:solidFill>
              </a:rPr>
            </a:br>
            <a:endParaRPr sz="2000" dirty="0">
              <a:solidFill>
                <a:schemeClr val="accent2"/>
              </a:solidFill>
            </a:endParaRPr>
          </a:p>
          <a:p>
            <a:pPr marL="558800" lvl="0" indent="-457200" algn="l" rtl="0">
              <a:lnSpc>
                <a:spcPct val="85000"/>
              </a:lnSpc>
              <a:spcBef>
                <a:spcPts val="0"/>
              </a:spcBef>
              <a:spcAft>
                <a:spcPts val="0"/>
              </a:spcAft>
              <a:buSzPts val="2000"/>
              <a:buFont typeface="+mj-lt"/>
              <a:buAutoNum type="arabicPeriod"/>
            </a:pPr>
            <a:r>
              <a:rPr lang="en" sz="2000" dirty="0"/>
              <a:t>How concentrated is global heavy crude production?</a:t>
            </a:r>
            <a:br>
              <a:rPr lang="en" sz="2000" dirty="0"/>
            </a:br>
            <a:endParaRPr sz="2000" dirty="0"/>
          </a:p>
          <a:p>
            <a:pPr marL="558800" lvl="0" indent="-457200" algn="l" rtl="0">
              <a:lnSpc>
                <a:spcPct val="85000"/>
              </a:lnSpc>
              <a:spcBef>
                <a:spcPts val="0"/>
              </a:spcBef>
              <a:spcAft>
                <a:spcPts val="0"/>
              </a:spcAft>
              <a:buClr>
                <a:schemeClr val="accent2"/>
              </a:buClr>
              <a:buSzPts val="2000"/>
              <a:buFont typeface="+mj-lt"/>
              <a:buAutoNum type="arabicPeriod"/>
            </a:pPr>
            <a:r>
              <a:rPr lang="en" sz="2000" dirty="0">
                <a:solidFill>
                  <a:schemeClr val="accent2"/>
                </a:solidFill>
              </a:rPr>
              <a:t>Which countries are structurally dependent on heavy crude?</a:t>
            </a:r>
            <a:br>
              <a:rPr lang="en" sz="2000" dirty="0">
                <a:solidFill>
                  <a:schemeClr val="accent2"/>
                </a:solidFill>
              </a:rPr>
            </a:br>
            <a:endParaRPr sz="1600" dirty="0">
              <a:solidFill>
                <a:schemeClr val="accent2"/>
              </a:solidFill>
            </a:endParaRPr>
          </a:p>
          <a:p>
            <a:pPr marL="558800" lvl="0" indent="-457200" algn="l" rtl="0">
              <a:lnSpc>
                <a:spcPct val="85000"/>
              </a:lnSpc>
              <a:spcBef>
                <a:spcPts val="0"/>
              </a:spcBef>
              <a:spcAft>
                <a:spcPts val="0"/>
              </a:spcAft>
              <a:buSzPts val="2000"/>
              <a:buFont typeface="+mj-lt"/>
              <a:buAutoNum type="arabicPeriod"/>
            </a:pPr>
            <a:r>
              <a:rPr lang="en" sz="2000" dirty="0"/>
              <a:t>What strategic role could Canada play in mitigating future heavy crude shortages?</a:t>
            </a:r>
            <a:endParaRPr sz="2000" dirty="0"/>
          </a:p>
        </p:txBody>
      </p:sp>
      <p:pic>
        <p:nvPicPr>
          <p:cNvPr id="815" name="Google Shape;815;p91">
            <a:hlinkClick r:id="rId3"/>
          </p:cNvPr>
          <p:cNvPicPr preferRelativeResize="0"/>
          <p:nvPr/>
        </p:nvPicPr>
        <p:blipFill rotWithShape="1">
          <a:blip r:embed="rId4">
            <a:alphaModFix/>
          </a:blip>
          <a:srcRect l="57857" t="19800" b="20053"/>
          <a:stretch/>
        </p:blipFill>
        <p:spPr>
          <a:xfrm>
            <a:off x="8204381" y="4334656"/>
            <a:ext cx="652474" cy="6981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19"/>
        <p:cNvGrpSpPr/>
        <p:nvPr/>
      </p:nvGrpSpPr>
      <p:grpSpPr>
        <a:xfrm>
          <a:off x="0" y="0"/>
          <a:ext cx="0" cy="0"/>
          <a:chOff x="0" y="0"/>
          <a:chExt cx="0" cy="0"/>
        </a:xfrm>
      </p:grpSpPr>
      <p:sp>
        <p:nvSpPr>
          <p:cNvPr id="820" name="Google Shape;820;p92"/>
          <p:cNvSpPr txBox="1">
            <a:spLocks noGrp="1"/>
          </p:cNvSpPr>
          <p:nvPr>
            <p:ph type="title"/>
          </p:nvPr>
        </p:nvSpPr>
        <p:spPr>
          <a:xfrm>
            <a:off x="402150" y="367175"/>
            <a:ext cx="4227600" cy="2154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000" b="1">
                <a:solidFill>
                  <a:srgbClr val="F1C232"/>
                </a:solidFill>
              </a:rPr>
              <a:t>Results and Analysis</a:t>
            </a:r>
            <a:endParaRPr sz="2000" b="1">
              <a:solidFill>
                <a:srgbClr val="F1C232"/>
              </a:solidFill>
            </a:endParaRPr>
          </a:p>
        </p:txBody>
      </p:sp>
      <p:sp>
        <p:nvSpPr>
          <p:cNvPr id="821" name="Google Shape;821;p92"/>
          <p:cNvSpPr txBox="1">
            <a:spLocks noGrp="1"/>
          </p:cNvSpPr>
          <p:nvPr>
            <p:ph type="subTitle" idx="5"/>
          </p:nvPr>
        </p:nvSpPr>
        <p:spPr>
          <a:xfrm>
            <a:off x="709000" y="858758"/>
            <a:ext cx="7688100" cy="3570000"/>
          </a:xfrm>
          <a:prstGeom prst="rect">
            <a:avLst/>
          </a:prstGeom>
        </p:spPr>
        <p:txBody>
          <a:bodyPr spcFirstLastPara="1" wrap="square" lIns="0" tIns="0" rIns="0" bIns="0" anchor="ctr" anchorCtr="0">
            <a:noAutofit/>
          </a:bodyPr>
          <a:lstStyle/>
          <a:p>
            <a:pPr marL="457200" lvl="0" indent="-355600" algn="l" rtl="0">
              <a:lnSpc>
                <a:spcPct val="85000"/>
              </a:lnSpc>
              <a:spcBef>
                <a:spcPts val="0"/>
              </a:spcBef>
              <a:spcAft>
                <a:spcPts val="0"/>
              </a:spcAft>
              <a:buSzPts val="2000"/>
              <a:buAutoNum type="arabicPeriod"/>
            </a:pPr>
            <a:r>
              <a:rPr lang="en" sz="2000"/>
              <a:t>How has the global mix of heavy crude changed over time?</a:t>
            </a:r>
            <a:br>
              <a:rPr lang="en" sz="2000"/>
            </a:br>
            <a:endParaRPr sz="2000"/>
          </a:p>
          <a:p>
            <a:pPr marL="457200" lvl="0" indent="-355600" algn="l" rtl="0">
              <a:lnSpc>
                <a:spcPct val="85000"/>
              </a:lnSpc>
              <a:spcBef>
                <a:spcPts val="0"/>
              </a:spcBef>
              <a:spcAft>
                <a:spcPts val="0"/>
              </a:spcAft>
              <a:buSzPts val="2000"/>
              <a:buAutoNum type="arabicPeriod"/>
            </a:pPr>
            <a:r>
              <a:rPr lang="en" sz="2000"/>
              <a:t>Which countries produce and consume heavy oil, and how has this changed across historical disruptions?</a:t>
            </a:r>
            <a:br>
              <a:rPr lang="en" sz="2000">
                <a:solidFill>
                  <a:schemeClr val="accent2"/>
                </a:solidFill>
              </a:rPr>
            </a:br>
            <a:endParaRPr sz="2000">
              <a:solidFill>
                <a:schemeClr val="accent2"/>
              </a:solidFill>
            </a:endParaRPr>
          </a:p>
          <a:p>
            <a:pPr marL="457200" lvl="0" indent="-355600" algn="l" rtl="0">
              <a:lnSpc>
                <a:spcPct val="85000"/>
              </a:lnSpc>
              <a:spcBef>
                <a:spcPts val="0"/>
              </a:spcBef>
              <a:spcAft>
                <a:spcPts val="0"/>
              </a:spcAft>
              <a:buClr>
                <a:schemeClr val="accent2"/>
              </a:buClr>
              <a:buSzPts val="2000"/>
              <a:buAutoNum type="arabicPeriod"/>
            </a:pPr>
            <a:r>
              <a:rPr lang="en" sz="2000">
                <a:solidFill>
                  <a:schemeClr val="accent2"/>
                </a:solidFill>
              </a:rPr>
              <a:t>Which countries are structurally dependent on heavy crude?</a:t>
            </a:r>
            <a:br>
              <a:rPr lang="en" sz="2000"/>
            </a:br>
            <a:endParaRPr sz="2000"/>
          </a:p>
          <a:p>
            <a:pPr marL="457200" lvl="0" indent="-355600" algn="l" rtl="0">
              <a:lnSpc>
                <a:spcPct val="85000"/>
              </a:lnSpc>
              <a:spcBef>
                <a:spcPts val="0"/>
              </a:spcBef>
              <a:spcAft>
                <a:spcPts val="0"/>
              </a:spcAft>
              <a:buSzPts val="2000"/>
              <a:buAutoNum type="arabicPeriod"/>
            </a:pPr>
            <a:r>
              <a:rPr lang="en" sz="2000"/>
              <a:t>How concentrated is global heavy crude production?</a:t>
            </a:r>
            <a:br>
              <a:rPr lang="en" sz="2000"/>
            </a:br>
            <a:endParaRPr sz="2000"/>
          </a:p>
          <a:p>
            <a:pPr marL="457200" lvl="0" indent="-355600" algn="l" rtl="0">
              <a:lnSpc>
                <a:spcPct val="85000"/>
              </a:lnSpc>
              <a:spcBef>
                <a:spcPts val="0"/>
              </a:spcBef>
              <a:spcAft>
                <a:spcPts val="0"/>
              </a:spcAft>
              <a:buSzPts val="2000"/>
              <a:buAutoNum type="arabicPeriod"/>
            </a:pPr>
            <a:r>
              <a:rPr lang="en" sz="2000"/>
              <a:t>What strategic role could Canada play in mitigating future heavy crude shortages?</a:t>
            </a:r>
            <a:endParaRPr sz="2000"/>
          </a:p>
        </p:txBody>
      </p:sp>
      <p:pic>
        <p:nvPicPr>
          <p:cNvPr id="822" name="Google Shape;822;p92">
            <a:hlinkClick r:id="rId3"/>
          </p:cNvPr>
          <p:cNvPicPr preferRelativeResize="0"/>
          <p:nvPr/>
        </p:nvPicPr>
        <p:blipFill rotWithShape="1">
          <a:blip r:embed="rId4">
            <a:alphaModFix/>
          </a:blip>
          <a:srcRect l="57857" t="19800" b="20053"/>
          <a:stretch/>
        </p:blipFill>
        <p:spPr>
          <a:xfrm>
            <a:off x="8204381" y="4334656"/>
            <a:ext cx="652474" cy="698150"/>
          </a:xfrm>
          <a:prstGeom prst="rect">
            <a:avLst/>
          </a:prstGeom>
          <a:noFill/>
          <a:ln>
            <a:noFill/>
          </a:ln>
        </p:spPr>
      </p:pic>
      <p:pic>
        <p:nvPicPr>
          <p:cNvPr id="823" name="Google Shape;823;p92"/>
          <p:cNvPicPr preferRelativeResize="0"/>
          <p:nvPr/>
        </p:nvPicPr>
        <p:blipFill>
          <a:blip r:embed="rId5">
            <a:alphaModFix/>
          </a:blip>
          <a:stretch>
            <a:fillRect/>
          </a:stretch>
        </p:blipFill>
        <p:spPr>
          <a:xfrm>
            <a:off x="0" y="4176"/>
            <a:ext cx="9144001" cy="513514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p93"/>
          <p:cNvSpPr txBox="1">
            <a:spLocks noGrp="1"/>
          </p:cNvSpPr>
          <p:nvPr>
            <p:ph type="title"/>
          </p:nvPr>
        </p:nvSpPr>
        <p:spPr>
          <a:xfrm>
            <a:off x="402150" y="367175"/>
            <a:ext cx="4227600" cy="2154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000" b="1">
                <a:solidFill>
                  <a:srgbClr val="F1C232"/>
                </a:solidFill>
              </a:rPr>
              <a:t>Results and Analysis</a:t>
            </a:r>
            <a:endParaRPr sz="2000" b="1">
              <a:solidFill>
                <a:srgbClr val="F1C232"/>
              </a:solidFill>
            </a:endParaRPr>
          </a:p>
        </p:txBody>
      </p:sp>
      <p:sp>
        <p:nvSpPr>
          <p:cNvPr id="829" name="Google Shape;829;p93"/>
          <p:cNvSpPr txBox="1">
            <a:spLocks noGrp="1"/>
          </p:cNvSpPr>
          <p:nvPr>
            <p:ph type="subTitle" idx="5"/>
          </p:nvPr>
        </p:nvSpPr>
        <p:spPr>
          <a:xfrm>
            <a:off x="709000" y="858758"/>
            <a:ext cx="7688100" cy="3570000"/>
          </a:xfrm>
          <a:prstGeom prst="rect">
            <a:avLst/>
          </a:prstGeom>
        </p:spPr>
        <p:txBody>
          <a:bodyPr spcFirstLastPara="1" wrap="square" lIns="0" tIns="0" rIns="0" bIns="0" anchor="ctr" anchorCtr="0">
            <a:noAutofit/>
          </a:bodyPr>
          <a:lstStyle/>
          <a:p>
            <a:pPr marL="457200" lvl="0" indent="-355600" algn="l" rtl="0">
              <a:lnSpc>
                <a:spcPct val="85000"/>
              </a:lnSpc>
              <a:spcBef>
                <a:spcPts val="0"/>
              </a:spcBef>
              <a:spcAft>
                <a:spcPts val="0"/>
              </a:spcAft>
              <a:buSzPts val="2000"/>
              <a:buAutoNum type="arabicPeriod"/>
            </a:pPr>
            <a:r>
              <a:rPr lang="en" sz="2000"/>
              <a:t>How has the global mix of heavy crude changed over time?</a:t>
            </a:r>
            <a:br>
              <a:rPr lang="en" sz="2000"/>
            </a:br>
            <a:endParaRPr sz="2000"/>
          </a:p>
          <a:p>
            <a:pPr marL="457200" lvl="0" indent="-355600" algn="l" rtl="0">
              <a:lnSpc>
                <a:spcPct val="85000"/>
              </a:lnSpc>
              <a:spcBef>
                <a:spcPts val="0"/>
              </a:spcBef>
              <a:spcAft>
                <a:spcPts val="0"/>
              </a:spcAft>
              <a:buSzPts val="2000"/>
              <a:buAutoNum type="arabicPeriod"/>
            </a:pPr>
            <a:r>
              <a:rPr lang="en" sz="2000"/>
              <a:t>Which countries produce and consume heavy oil, and how has this changed across historical disruptions?</a:t>
            </a:r>
            <a:br>
              <a:rPr lang="en" sz="2000">
                <a:solidFill>
                  <a:schemeClr val="accent2"/>
                </a:solidFill>
              </a:rPr>
            </a:br>
            <a:endParaRPr sz="2000">
              <a:solidFill>
                <a:schemeClr val="accent2"/>
              </a:solidFill>
            </a:endParaRPr>
          </a:p>
          <a:p>
            <a:pPr marL="457200" lvl="0" indent="-355600" algn="l" rtl="0">
              <a:lnSpc>
                <a:spcPct val="85000"/>
              </a:lnSpc>
              <a:spcBef>
                <a:spcPts val="0"/>
              </a:spcBef>
              <a:spcAft>
                <a:spcPts val="0"/>
              </a:spcAft>
              <a:buClr>
                <a:schemeClr val="accent2"/>
              </a:buClr>
              <a:buSzPts val="2000"/>
              <a:buAutoNum type="arabicPeriod"/>
            </a:pPr>
            <a:r>
              <a:rPr lang="en" sz="2000">
                <a:solidFill>
                  <a:schemeClr val="accent2"/>
                </a:solidFill>
              </a:rPr>
              <a:t>Which countries are structurally dependent on heavy crude?</a:t>
            </a:r>
            <a:br>
              <a:rPr lang="en" sz="2000"/>
            </a:br>
            <a:endParaRPr sz="2000"/>
          </a:p>
          <a:p>
            <a:pPr marL="457200" lvl="0" indent="-355600" algn="l" rtl="0">
              <a:lnSpc>
                <a:spcPct val="85000"/>
              </a:lnSpc>
              <a:spcBef>
                <a:spcPts val="0"/>
              </a:spcBef>
              <a:spcAft>
                <a:spcPts val="0"/>
              </a:spcAft>
              <a:buSzPts val="2000"/>
              <a:buAutoNum type="arabicPeriod"/>
            </a:pPr>
            <a:r>
              <a:rPr lang="en" sz="2000"/>
              <a:t>How concentrated is global heavy crude production?</a:t>
            </a:r>
            <a:br>
              <a:rPr lang="en" sz="2000"/>
            </a:br>
            <a:endParaRPr sz="2000"/>
          </a:p>
          <a:p>
            <a:pPr marL="457200" lvl="0" indent="-355600" algn="l" rtl="0">
              <a:lnSpc>
                <a:spcPct val="85000"/>
              </a:lnSpc>
              <a:spcBef>
                <a:spcPts val="0"/>
              </a:spcBef>
              <a:spcAft>
                <a:spcPts val="0"/>
              </a:spcAft>
              <a:buSzPts val="2000"/>
              <a:buAutoNum type="arabicPeriod"/>
            </a:pPr>
            <a:r>
              <a:rPr lang="en" sz="2000"/>
              <a:t>What strategic role could Canada play in mitigating future heavy crude shortages?</a:t>
            </a:r>
            <a:endParaRPr sz="2000"/>
          </a:p>
        </p:txBody>
      </p:sp>
      <p:pic>
        <p:nvPicPr>
          <p:cNvPr id="830" name="Google Shape;830;p93">
            <a:hlinkClick r:id="rId3"/>
          </p:cNvPr>
          <p:cNvPicPr preferRelativeResize="0"/>
          <p:nvPr/>
        </p:nvPicPr>
        <p:blipFill rotWithShape="1">
          <a:blip r:embed="rId4">
            <a:alphaModFix/>
          </a:blip>
          <a:srcRect l="57857" t="19800" b="20053"/>
          <a:stretch/>
        </p:blipFill>
        <p:spPr>
          <a:xfrm>
            <a:off x="8204381" y="4334656"/>
            <a:ext cx="652474" cy="698150"/>
          </a:xfrm>
          <a:prstGeom prst="rect">
            <a:avLst/>
          </a:prstGeom>
          <a:noFill/>
          <a:ln>
            <a:noFill/>
          </a:ln>
        </p:spPr>
      </p:pic>
      <p:pic>
        <p:nvPicPr>
          <p:cNvPr id="831" name="Google Shape;831;p93"/>
          <p:cNvPicPr preferRelativeResize="0"/>
          <p:nvPr/>
        </p:nvPicPr>
        <p:blipFill>
          <a:blip r:embed="rId5">
            <a:alphaModFix/>
          </a:blip>
          <a:stretch>
            <a:fillRect/>
          </a:stretch>
        </p:blipFill>
        <p:spPr>
          <a:xfrm>
            <a:off x="0" y="4176"/>
            <a:ext cx="9144001" cy="5135149"/>
          </a:xfrm>
          <a:prstGeom prst="rect">
            <a:avLst/>
          </a:prstGeom>
          <a:noFill/>
          <a:ln>
            <a:noFill/>
          </a:ln>
        </p:spPr>
      </p:pic>
      <p:sp>
        <p:nvSpPr>
          <p:cNvPr id="832" name="Google Shape;832;p93"/>
          <p:cNvSpPr/>
          <p:nvPr/>
        </p:nvSpPr>
        <p:spPr>
          <a:xfrm>
            <a:off x="402150" y="1702400"/>
            <a:ext cx="8669700" cy="6585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36"/>
        <p:cNvGrpSpPr/>
        <p:nvPr/>
      </p:nvGrpSpPr>
      <p:grpSpPr>
        <a:xfrm>
          <a:off x="0" y="0"/>
          <a:ext cx="0" cy="0"/>
          <a:chOff x="0" y="0"/>
          <a:chExt cx="0" cy="0"/>
        </a:xfrm>
      </p:grpSpPr>
      <p:sp>
        <p:nvSpPr>
          <p:cNvPr id="837" name="Google Shape;837;p94"/>
          <p:cNvSpPr txBox="1">
            <a:spLocks noGrp="1"/>
          </p:cNvSpPr>
          <p:nvPr>
            <p:ph type="title"/>
          </p:nvPr>
        </p:nvSpPr>
        <p:spPr>
          <a:xfrm>
            <a:off x="402150" y="367175"/>
            <a:ext cx="4227600" cy="2154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000" b="1">
                <a:solidFill>
                  <a:srgbClr val="F1C232"/>
                </a:solidFill>
              </a:rPr>
              <a:t>Results and Analysis</a:t>
            </a:r>
            <a:endParaRPr sz="2000" b="1">
              <a:solidFill>
                <a:srgbClr val="F1C232"/>
              </a:solidFill>
            </a:endParaRPr>
          </a:p>
        </p:txBody>
      </p:sp>
      <p:sp>
        <p:nvSpPr>
          <p:cNvPr id="838" name="Google Shape;838;p94"/>
          <p:cNvSpPr txBox="1">
            <a:spLocks noGrp="1"/>
          </p:cNvSpPr>
          <p:nvPr>
            <p:ph type="subTitle" idx="5"/>
          </p:nvPr>
        </p:nvSpPr>
        <p:spPr>
          <a:xfrm>
            <a:off x="709000" y="858758"/>
            <a:ext cx="7688100" cy="3570000"/>
          </a:xfrm>
          <a:prstGeom prst="rect">
            <a:avLst/>
          </a:prstGeom>
        </p:spPr>
        <p:txBody>
          <a:bodyPr spcFirstLastPara="1" wrap="square" lIns="0" tIns="0" rIns="0" bIns="0" anchor="ctr" anchorCtr="0">
            <a:noAutofit/>
          </a:bodyPr>
          <a:lstStyle/>
          <a:p>
            <a:pPr marL="457200" lvl="0" indent="-355600" algn="l" rtl="0">
              <a:lnSpc>
                <a:spcPct val="85000"/>
              </a:lnSpc>
              <a:spcBef>
                <a:spcPts val="0"/>
              </a:spcBef>
              <a:spcAft>
                <a:spcPts val="0"/>
              </a:spcAft>
              <a:buSzPts val="2000"/>
              <a:buAutoNum type="arabicPeriod"/>
            </a:pPr>
            <a:r>
              <a:rPr lang="en" sz="2000"/>
              <a:t>How has the global mix of heavy crude changed over time?</a:t>
            </a:r>
            <a:br>
              <a:rPr lang="en" sz="2000"/>
            </a:br>
            <a:endParaRPr sz="2000"/>
          </a:p>
          <a:p>
            <a:pPr marL="457200" lvl="0" indent="-355600" algn="l" rtl="0">
              <a:lnSpc>
                <a:spcPct val="85000"/>
              </a:lnSpc>
              <a:spcBef>
                <a:spcPts val="0"/>
              </a:spcBef>
              <a:spcAft>
                <a:spcPts val="0"/>
              </a:spcAft>
              <a:buSzPts val="2000"/>
              <a:buAutoNum type="arabicPeriod"/>
            </a:pPr>
            <a:r>
              <a:rPr lang="en" sz="2000"/>
              <a:t>Which countries produce and consume heavy oil, and how has this changed across historical disruptions?</a:t>
            </a:r>
            <a:br>
              <a:rPr lang="en" sz="2000">
                <a:solidFill>
                  <a:schemeClr val="accent2"/>
                </a:solidFill>
              </a:rPr>
            </a:br>
            <a:endParaRPr sz="2000">
              <a:solidFill>
                <a:schemeClr val="accent2"/>
              </a:solidFill>
            </a:endParaRPr>
          </a:p>
          <a:p>
            <a:pPr marL="457200" lvl="0" indent="-355600" algn="l" rtl="0">
              <a:lnSpc>
                <a:spcPct val="85000"/>
              </a:lnSpc>
              <a:spcBef>
                <a:spcPts val="0"/>
              </a:spcBef>
              <a:spcAft>
                <a:spcPts val="0"/>
              </a:spcAft>
              <a:buClr>
                <a:schemeClr val="accent2"/>
              </a:buClr>
              <a:buSzPts val="2000"/>
              <a:buAutoNum type="arabicPeriod"/>
            </a:pPr>
            <a:r>
              <a:rPr lang="en" sz="2000">
                <a:solidFill>
                  <a:schemeClr val="accent2"/>
                </a:solidFill>
              </a:rPr>
              <a:t>Which countries are structurally dependent on heavy crude?</a:t>
            </a:r>
            <a:br>
              <a:rPr lang="en" sz="2000"/>
            </a:br>
            <a:endParaRPr sz="2000"/>
          </a:p>
          <a:p>
            <a:pPr marL="457200" lvl="0" indent="-355600" algn="l" rtl="0">
              <a:lnSpc>
                <a:spcPct val="85000"/>
              </a:lnSpc>
              <a:spcBef>
                <a:spcPts val="0"/>
              </a:spcBef>
              <a:spcAft>
                <a:spcPts val="0"/>
              </a:spcAft>
              <a:buSzPts val="2000"/>
              <a:buAutoNum type="arabicPeriod"/>
            </a:pPr>
            <a:r>
              <a:rPr lang="en" sz="2000"/>
              <a:t>How concentrated is global heavy crude production?</a:t>
            </a:r>
            <a:br>
              <a:rPr lang="en" sz="2000"/>
            </a:br>
            <a:endParaRPr sz="2000"/>
          </a:p>
          <a:p>
            <a:pPr marL="457200" lvl="0" indent="-355600" algn="l" rtl="0">
              <a:lnSpc>
                <a:spcPct val="85000"/>
              </a:lnSpc>
              <a:spcBef>
                <a:spcPts val="0"/>
              </a:spcBef>
              <a:spcAft>
                <a:spcPts val="0"/>
              </a:spcAft>
              <a:buSzPts val="2000"/>
              <a:buAutoNum type="arabicPeriod"/>
            </a:pPr>
            <a:r>
              <a:rPr lang="en" sz="2000"/>
              <a:t>What strategic role could Canada play in mitigating future heavy crude shortages?</a:t>
            </a:r>
            <a:endParaRPr sz="2000"/>
          </a:p>
        </p:txBody>
      </p:sp>
      <p:pic>
        <p:nvPicPr>
          <p:cNvPr id="839" name="Google Shape;839;p94">
            <a:hlinkClick r:id="rId3"/>
          </p:cNvPr>
          <p:cNvPicPr preferRelativeResize="0"/>
          <p:nvPr/>
        </p:nvPicPr>
        <p:blipFill rotWithShape="1">
          <a:blip r:embed="rId4">
            <a:alphaModFix/>
          </a:blip>
          <a:srcRect l="57857" t="19800" b="20053"/>
          <a:stretch/>
        </p:blipFill>
        <p:spPr>
          <a:xfrm>
            <a:off x="8204381" y="4334656"/>
            <a:ext cx="652474" cy="698150"/>
          </a:xfrm>
          <a:prstGeom prst="rect">
            <a:avLst/>
          </a:prstGeom>
          <a:noFill/>
          <a:ln>
            <a:noFill/>
          </a:ln>
        </p:spPr>
      </p:pic>
      <p:pic>
        <p:nvPicPr>
          <p:cNvPr id="840" name="Google Shape;840;p94"/>
          <p:cNvPicPr preferRelativeResize="0"/>
          <p:nvPr/>
        </p:nvPicPr>
        <p:blipFill>
          <a:blip r:embed="rId5">
            <a:alphaModFix/>
          </a:blip>
          <a:stretch>
            <a:fillRect/>
          </a:stretch>
        </p:blipFill>
        <p:spPr>
          <a:xfrm>
            <a:off x="0" y="4176"/>
            <a:ext cx="9144001" cy="5135149"/>
          </a:xfrm>
          <a:prstGeom prst="rect">
            <a:avLst/>
          </a:prstGeom>
          <a:noFill/>
          <a:ln>
            <a:noFill/>
          </a:ln>
        </p:spPr>
      </p:pic>
      <p:sp>
        <p:nvSpPr>
          <p:cNvPr id="841" name="Google Shape;841;p94"/>
          <p:cNvSpPr/>
          <p:nvPr/>
        </p:nvSpPr>
        <p:spPr>
          <a:xfrm>
            <a:off x="104150" y="4334650"/>
            <a:ext cx="3448500" cy="5235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sp>
        <p:nvSpPr>
          <p:cNvPr id="846" name="Google Shape;846;p95"/>
          <p:cNvSpPr txBox="1">
            <a:spLocks noGrp="1"/>
          </p:cNvSpPr>
          <p:nvPr>
            <p:ph type="title"/>
          </p:nvPr>
        </p:nvSpPr>
        <p:spPr>
          <a:xfrm>
            <a:off x="402150" y="367175"/>
            <a:ext cx="4227600" cy="2154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000" b="1">
                <a:solidFill>
                  <a:srgbClr val="F1C232"/>
                </a:solidFill>
              </a:rPr>
              <a:t>Results and Analysis</a:t>
            </a:r>
            <a:endParaRPr sz="2000" b="1">
              <a:solidFill>
                <a:srgbClr val="F1C232"/>
              </a:solidFill>
            </a:endParaRPr>
          </a:p>
        </p:txBody>
      </p:sp>
      <p:sp>
        <p:nvSpPr>
          <p:cNvPr id="847" name="Google Shape;847;p95"/>
          <p:cNvSpPr txBox="1">
            <a:spLocks noGrp="1"/>
          </p:cNvSpPr>
          <p:nvPr>
            <p:ph type="subTitle" idx="5"/>
          </p:nvPr>
        </p:nvSpPr>
        <p:spPr>
          <a:xfrm>
            <a:off x="709000" y="858758"/>
            <a:ext cx="7688100" cy="3570000"/>
          </a:xfrm>
          <a:prstGeom prst="rect">
            <a:avLst/>
          </a:prstGeom>
        </p:spPr>
        <p:txBody>
          <a:bodyPr spcFirstLastPara="1" wrap="square" lIns="0" tIns="0" rIns="0" bIns="0" anchor="ctr" anchorCtr="0">
            <a:noAutofit/>
          </a:bodyPr>
          <a:lstStyle/>
          <a:p>
            <a:pPr marL="457200" lvl="0" indent="-355600" algn="l" rtl="0">
              <a:lnSpc>
                <a:spcPct val="85000"/>
              </a:lnSpc>
              <a:spcBef>
                <a:spcPts val="0"/>
              </a:spcBef>
              <a:spcAft>
                <a:spcPts val="0"/>
              </a:spcAft>
              <a:buSzPts val="2000"/>
              <a:buAutoNum type="arabicPeriod"/>
            </a:pPr>
            <a:r>
              <a:rPr lang="en" sz="2000"/>
              <a:t>How has the global mix of heavy crude changed over time?</a:t>
            </a:r>
            <a:br>
              <a:rPr lang="en" sz="2000"/>
            </a:br>
            <a:endParaRPr sz="2000"/>
          </a:p>
          <a:p>
            <a:pPr marL="457200" lvl="0" indent="-355600" algn="l" rtl="0">
              <a:lnSpc>
                <a:spcPct val="85000"/>
              </a:lnSpc>
              <a:spcBef>
                <a:spcPts val="0"/>
              </a:spcBef>
              <a:spcAft>
                <a:spcPts val="0"/>
              </a:spcAft>
              <a:buSzPts val="2000"/>
              <a:buAutoNum type="arabicPeriod"/>
            </a:pPr>
            <a:r>
              <a:rPr lang="en" sz="2000"/>
              <a:t>Which countries produce and consume heavy oil, and how has this changed across historical disruptions?</a:t>
            </a:r>
            <a:br>
              <a:rPr lang="en" sz="2000">
                <a:solidFill>
                  <a:schemeClr val="accent2"/>
                </a:solidFill>
              </a:rPr>
            </a:br>
            <a:endParaRPr sz="2000">
              <a:solidFill>
                <a:schemeClr val="accent2"/>
              </a:solidFill>
            </a:endParaRPr>
          </a:p>
          <a:p>
            <a:pPr marL="457200" lvl="0" indent="-355600" algn="l" rtl="0">
              <a:lnSpc>
                <a:spcPct val="85000"/>
              </a:lnSpc>
              <a:spcBef>
                <a:spcPts val="0"/>
              </a:spcBef>
              <a:spcAft>
                <a:spcPts val="0"/>
              </a:spcAft>
              <a:buClr>
                <a:schemeClr val="accent2"/>
              </a:buClr>
              <a:buSzPts val="2000"/>
              <a:buAutoNum type="arabicPeriod"/>
            </a:pPr>
            <a:r>
              <a:rPr lang="en" sz="2000">
                <a:solidFill>
                  <a:schemeClr val="accent2"/>
                </a:solidFill>
              </a:rPr>
              <a:t>Which countries are structurally dependent on heavy crude?</a:t>
            </a:r>
            <a:br>
              <a:rPr lang="en" sz="2000"/>
            </a:br>
            <a:endParaRPr sz="2000"/>
          </a:p>
          <a:p>
            <a:pPr marL="457200" lvl="0" indent="-355600" algn="l" rtl="0">
              <a:lnSpc>
                <a:spcPct val="85000"/>
              </a:lnSpc>
              <a:spcBef>
                <a:spcPts val="0"/>
              </a:spcBef>
              <a:spcAft>
                <a:spcPts val="0"/>
              </a:spcAft>
              <a:buSzPts val="2000"/>
              <a:buAutoNum type="arabicPeriod"/>
            </a:pPr>
            <a:r>
              <a:rPr lang="en" sz="2000"/>
              <a:t>How concentrated is global heavy crude production?</a:t>
            </a:r>
            <a:br>
              <a:rPr lang="en" sz="2000"/>
            </a:br>
            <a:endParaRPr sz="2000"/>
          </a:p>
          <a:p>
            <a:pPr marL="457200" lvl="0" indent="-355600" algn="l" rtl="0">
              <a:lnSpc>
                <a:spcPct val="85000"/>
              </a:lnSpc>
              <a:spcBef>
                <a:spcPts val="0"/>
              </a:spcBef>
              <a:spcAft>
                <a:spcPts val="0"/>
              </a:spcAft>
              <a:buSzPts val="2000"/>
              <a:buAutoNum type="arabicPeriod"/>
            </a:pPr>
            <a:r>
              <a:rPr lang="en" sz="2000"/>
              <a:t>What strategic role could Canada play in mitigating future heavy crude shortages?</a:t>
            </a:r>
            <a:endParaRPr sz="2000"/>
          </a:p>
        </p:txBody>
      </p:sp>
      <p:pic>
        <p:nvPicPr>
          <p:cNvPr id="848" name="Google Shape;848;p95">
            <a:hlinkClick r:id="rId3"/>
          </p:cNvPr>
          <p:cNvPicPr preferRelativeResize="0"/>
          <p:nvPr/>
        </p:nvPicPr>
        <p:blipFill rotWithShape="1">
          <a:blip r:embed="rId4">
            <a:alphaModFix/>
          </a:blip>
          <a:srcRect l="57857" t="19800" b="20053"/>
          <a:stretch/>
        </p:blipFill>
        <p:spPr>
          <a:xfrm>
            <a:off x="8204381" y="4334656"/>
            <a:ext cx="652474" cy="698150"/>
          </a:xfrm>
          <a:prstGeom prst="rect">
            <a:avLst/>
          </a:prstGeom>
          <a:noFill/>
          <a:ln>
            <a:noFill/>
          </a:ln>
        </p:spPr>
      </p:pic>
      <p:pic>
        <p:nvPicPr>
          <p:cNvPr id="849" name="Google Shape;849;p95"/>
          <p:cNvPicPr preferRelativeResize="0"/>
          <p:nvPr/>
        </p:nvPicPr>
        <p:blipFill>
          <a:blip r:embed="rId5">
            <a:alphaModFix/>
          </a:blip>
          <a:stretch>
            <a:fillRect/>
          </a:stretch>
        </p:blipFill>
        <p:spPr>
          <a:xfrm>
            <a:off x="0" y="0"/>
            <a:ext cx="9144000" cy="5143500"/>
          </a:xfrm>
          <a:prstGeom prst="rect">
            <a:avLst/>
          </a:prstGeom>
          <a:noFill/>
          <a:ln>
            <a:noFill/>
          </a:ln>
        </p:spPr>
      </p:pic>
      <p:sp>
        <p:nvSpPr>
          <p:cNvPr id="850" name="Google Shape;850;p95"/>
          <p:cNvSpPr/>
          <p:nvPr/>
        </p:nvSpPr>
        <p:spPr>
          <a:xfrm>
            <a:off x="326941" y="3516125"/>
            <a:ext cx="8787000" cy="11676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p96"/>
          <p:cNvSpPr txBox="1">
            <a:spLocks noGrp="1"/>
          </p:cNvSpPr>
          <p:nvPr>
            <p:ph type="title"/>
          </p:nvPr>
        </p:nvSpPr>
        <p:spPr>
          <a:xfrm>
            <a:off x="402150" y="367175"/>
            <a:ext cx="4227600" cy="2154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000" b="1">
                <a:solidFill>
                  <a:srgbClr val="F1C232"/>
                </a:solidFill>
              </a:rPr>
              <a:t>Results and Analysis</a:t>
            </a:r>
            <a:endParaRPr sz="2000" b="1">
              <a:solidFill>
                <a:srgbClr val="F1C232"/>
              </a:solidFill>
            </a:endParaRPr>
          </a:p>
        </p:txBody>
      </p:sp>
      <p:sp>
        <p:nvSpPr>
          <p:cNvPr id="856" name="Google Shape;856;p96"/>
          <p:cNvSpPr txBox="1">
            <a:spLocks noGrp="1"/>
          </p:cNvSpPr>
          <p:nvPr>
            <p:ph type="subTitle" idx="5"/>
          </p:nvPr>
        </p:nvSpPr>
        <p:spPr>
          <a:xfrm>
            <a:off x="709000" y="858758"/>
            <a:ext cx="7688100" cy="3570000"/>
          </a:xfrm>
          <a:prstGeom prst="rect">
            <a:avLst/>
          </a:prstGeom>
        </p:spPr>
        <p:txBody>
          <a:bodyPr spcFirstLastPara="1" wrap="square" lIns="0" tIns="0" rIns="0" bIns="0" anchor="ctr" anchorCtr="0">
            <a:noAutofit/>
          </a:bodyPr>
          <a:lstStyle/>
          <a:p>
            <a:pPr marL="457200" lvl="0" indent="-355600" algn="l" rtl="0">
              <a:lnSpc>
                <a:spcPct val="85000"/>
              </a:lnSpc>
              <a:spcBef>
                <a:spcPts val="0"/>
              </a:spcBef>
              <a:spcAft>
                <a:spcPts val="0"/>
              </a:spcAft>
              <a:buSzPts val="2000"/>
              <a:buAutoNum type="arabicPeriod"/>
            </a:pPr>
            <a:r>
              <a:rPr lang="en" sz="2000"/>
              <a:t>How has the global mix of heavy crude changed over time?</a:t>
            </a:r>
            <a:br>
              <a:rPr lang="en" sz="2000"/>
            </a:br>
            <a:endParaRPr sz="2000"/>
          </a:p>
          <a:p>
            <a:pPr marL="457200" lvl="0" indent="-355600" algn="l" rtl="0">
              <a:lnSpc>
                <a:spcPct val="85000"/>
              </a:lnSpc>
              <a:spcBef>
                <a:spcPts val="0"/>
              </a:spcBef>
              <a:spcAft>
                <a:spcPts val="0"/>
              </a:spcAft>
              <a:buSzPts val="2000"/>
              <a:buAutoNum type="arabicPeriod"/>
            </a:pPr>
            <a:r>
              <a:rPr lang="en" sz="2000"/>
              <a:t>Which countries produce and consume heavy oil, and how has this changed across historical disruptions?</a:t>
            </a:r>
            <a:br>
              <a:rPr lang="en" sz="2000">
                <a:solidFill>
                  <a:schemeClr val="accent2"/>
                </a:solidFill>
              </a:rPr>
            </a:br>
            <a:endParaRPr sz="2000">
              <a:solidFill>
                <a:schemeClr val="accent2"/>
              </a:solidFill>
            </a:endParaRPr>
          </a:p>
          <a:p>
            <a:pPr marL="457200" lvl="0" indent="-355600" algn="l" rtl="0">
              <a:lnSpc>
                <a:spcPct val="85000"/>
              </a:lnSpc>
              <a:spcBef>
                <a:spcPts val="0"/>
              </a:spcBef>
              <a:spcAft>
                <a:spcPts val="0"/>
              </a:spcAft>
              <a:buClr>
                <a:schemeClr val="accent2"/>
              </a:buClr>
              <a:buSzPts val="2000"/>
              <a:buAutoNum type="arabicPeriod"/>
            </a:pPr>
            <a:r>
              <a:rPr lang="en" sz="2000">
                <a:solidFill>
                  <a:schemeClr val="accent2"/>
                </a:solidFill>
              </a:rPr>
              <a:t>Which countries are structurally dependent on heavy crude?</a:t>
            </a:r>
            <a:br>
              <a:rPr lang="en" sz="2000"/>
            </a:br>
            <a:endParaRPr sz="2000"/>
          </a:p>
          <a:p>
            <a:pPr marL="457200" lvl="0" indent="-355600" algn="l" rtl="0">
              <a:lnSpc>
                <a:spcPct val="85000"/>
              </a:lnSpc>
              <a:spcBef>
                <a:spcPts val="0"/>
              </a:spcBef>
              <a:spcAft>
                <a:spcPts val="0"/>
              </a:spcAft>
              <a:buSzPts val="2000"/>
              <a:buAutoNum type="arabicPeriod"/>
            </a:pPr>
            <a:r>
              <a:rPr lang="en" sz="2000"/>
              <a:t>How concentrated is global heavy crude production?</a:t>
            </a:r>
            <a:br>
              <a:rPr lang="en" sz="2000"/>
            </a:br>
            <a:endParaRPr sz="2000"/>
          </a:p>
          <a:p>
            <a:pPr marL="457200" lvl="0" indent="-355600" algn="l" rtl="0">
              <a:lnSpc>
                <a:spcPct val="85000"/>
              </a:lnSpc>
              <a:spcBef>
                <a:spcPts val="0"/>
              </a:spcBef>
              <a:spcAft>
                <a:spcPts val="0"/>
              </a:spcAft>
              <a:buSzPts val="2000"/>
              <a:buAutoNum type="arabicPeriod"/>
            </a:pPr>
            <a:r>
              <a:rPr lang="en" sz="2000"/>
              <a:t>What strategic role could Canada play in mitigating future heavy crude shortages?</a:t>
            </a:r>
            <a:endParaRPr sz="2000"/>
          </a:p>
        </p:txBody>
      </p:sp>
      <p:pic>
        <p:nvPicPr>
          <p:cNvPr id="857" name="Google Shape;857;p96">
            <a:hlinkClick r:id="rId3"/>
          </p:cNvPr>
          <p:cNvPicPr preferRelativeResize="0"/>
          <p:nvPr/>
        </p:nvPicPr>
        <p:blipFill rotWithShape="1">
          <a:blip r:embed="rId4">
            <a:alphaModFix/>
          </a:blip>
          <a:srcRect l="57857" t="19800" b="20053"/>
          <a:stretch/>
        </p:blipFill>
        <p:spPr>
          <a:xfrm>
            <a:off x="8204381" y="4334656"/>
            <a:ext cx="652474" cy="698150"/>
          </a:xfrm>
          <a:prstGeom prst="rect">
            <a:avLst/>
          </a:prstGeom>
          <a:noFill/>
          <a:ln>
            <a:noFill/>
          </a:ln>
        </p:spPr>
      </p:pic>
      <p:pic>
        <p:nvPicPr>
          <p:cNvPr id="858" name="Google Shape;858;p96"/>
          <p:cNvPicPr preferRelativeResize="0"/>
          <p:nvPr/>
        </p:nvPicPr>
        <p:blipFill>
          <a:blip r:embed="rId5">
            <a:alphaModFix/>
          </a:blip>
          <a:stretch>
            <a:fillRect/>
          </a:stretch>
        </p:blipFill>
        <p:spPr>
          <a:xfrm>
            <a:off x="0" y="4176"/>
            <a:ext cx="9144001" cy="513514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863" name="Google Shape;863;p97"/>
          <p:cNvSpPr txBox="1">
            <a:spLocks noGrp="1"/>
          </p:cNvSpPr>
          <p:nvPr>
            <p:ph type="title"/>
          </p:nvPr>
        </p:nvSpPr>
        <p:spPr>
          <a:xfrm>
            <a:off x="402150" y="367175"/>
            <a:ext cx="4227600" cy="2154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000" b="1">
                <a:solidFill>
                  <a:srgbClr val="F1C232"/>
                </a:solidFill>
              </a:rPr>
              <a:t>Results and Analysis</a:t>
            </a:r>
            <a:endParaRPr sz="2000" b="1">
              <a:solidFill>
                <a:srgbClr val="F1C232"/>
              </a:solidFill>
            </a:endParaRPr>
          </a:p>
        </p:txBody>
      </p:sp>
      <p:sp>
        <p:nvSpPr>
          <p:cNvPr id="864" name="Google Shape;864;p97"/>
          <p:cNvSpPr txBox="1">
            <a:spLocks noGrp="1"/>
          </p:cNvSpPr>
          <p:nvPr>
            <p:ph type="subTitle" idx="5"/>
          </p:nvPr>
        </p:nvSpPr>
        <p:spPr>
          <a:xfrm>
            <a:off x="709000" y="858758"/>
            <a:ext cx="7688100" cy="3570000"/>
          </a:xfrm>
          <a:prstGeom prst="rect">
            <a:avLst/>
          </a:prstGeom>
        </p:spPr>
        <p:txBody>
          <a:bodyPr spcFirstLastPara="1" wrap="square" lIns="0" tIns="0" rIns="0" bIns="0" anchor="ctr" anchorCtr="0">
            <a:noAutofit/>
          </a:bodyPr>
          <a:lstStyle/>
          <a:p>
            <a:pPr marL="558800" lvl="0" indent="-457200" algn="l" rtl="0">
              <a:lnSpc>
                <a:spcPct val="85000"/>
              </a:lnSpc>
              <a:spcBef>
                <a:spcPts val="0"/>
              </a:spcBef>
              <a:spcAft>
                <a:spcPts val="0"/>
              </a:spcAft>
              <a:buSzPts val="2000"/>
              <a:buFont typeface="+mj-lt"/>
              <a:buAutoNum type="arabicPeriod"/>
            </a:pPr>
            <a:r>
              <a:rPr lang="en" sz="2000" dirty="0"/>
              <a:t>How has the global mix of heavy crude changed over time?</a:t>
            </a:r>
            <a:br>
              <a:rPr lang="en" sz="2000" dirty="0"/>
            </a:br>
            <a:endParaRPr sz="2000" dirty="0"/>
          </a:p>
          <a:p>
            <a:pPr marL="558800" lvl="0" indent="-457200" algn="l" rtl="0">
              <a:lnSpc>
                <a:spcPct val="85000"/>
              </a:lnSpc>
              <a:spcBef>
                <a:spcPts val="0"/>
              </a:spcBef>
              <a:spcAft>
                <a:spcPts val="0"/>
              </a:spcAft>
              <a:buSzPts val="2000"/>
              <a:buFont typeface="+mj-lt"/>
              <a:buAutoNum type="arabicPeriod"/>
            </a:pPr>
            <a:r>
              <a:rPr lang="en" sz="2000" dirty="0"/>
              <a:t>Which countries produce and consume heavy oil, and how has this changed across historical disruptions?</a:t>
            </a:r>
            <a:br>
              <a:rPr lang="en" sz="2000" dirty="0">
                <a:solidFill>
                  <a:schemeClr val="accent2"/>
                </a:solidFill>
              </a:rPr>
            </a:br>
            <a:endParaRPr sz="2000" dirty="0">
              <a:solidFill>
                <a:schemeClr val="accent2"/>
              </a:solidFill>
            </a:endParaRPr>
          </a:p>
          <a:p>
            <a:pPr marL="558800" lvl="0" indent="-457200" algn="l" rtl="0">
              <a:lnSpc>
                <a:spcPct val="85000"/>
              </a:lnSpc>
              <a:spcBef>
                <a:spcPts val="0"/>
              </a:spcBef>
              <a:spcAft>
                <a:spcPts val="0"/>
              </a:spcAft>
              <a:buSzPts val="2000"/>
              <a:buFont typeface="+mj-lt"/>
              <a:buAutoNum type="arabicPeriod"/>
            </a:pPr>
            <a:r>
              <a:rPr lang="en" sz="2000" dirty="0"/>
              <a:t>How concentrated is global heavy crude production?</a:t>
            </a:r>
            <a:endParaRPr sz="2000" dirty="0"/>
          </a:p>
          <a:p>
            <a:pPr marL="914400" lvl="0" indent="-457200" algn="l" rtl="0">
              <a:lnSpc>
                <a:spcPct val="85000"/>
              </a:lnSpc>
              <a:spcBef>
                <a:spcPts val="0"/>
              </a:spcBef>
              <a:spcAft>
                <a:spcPts val="0"/>
              </a:spcAft>
              <a:buFont typeface="+mj-lt"/>
              <a:buAutoNum type="arabicPeriod"/>
            </a:pPr>
            <a:endParaRPr sz="2000" dirty="0"/>
          </a:p>
          <a:p>
            <a:pPr marL="558800" lvl="0" indent="-457200" algn="l" rtl="0">
              <a:lnSpc>
                <a:spcPct val="85000"/>
              </a:lnSpc>
              <a:spcBef>
                <a:spcPts val="0"/>
              </a:spcBef>
              <a:spcAft>
                <a:spcPts val="0"/>
              </a:spcAft>
              <a:buSzPts val="2000"/>
              <a:buFont typeface="+mj-lt"/>
              <a:buAutoNum type="arabicPeriod"/>
            </a:pPr>
            <a:r>
              <a:rPr lang="en" sz="2000" dirty="0"/>
              <a:t>Which countries are structurally dependent on heavy crude?</a:t>
            </a:r>
            <a:br>
              <a:rPr lang="en" sz="2000" dirty="0"/>
            </a:br>
            <a:endParaRPr sz="2000" dirty="0"/>
          </a:p>
          <a:p>
            <a:pPr marL="558800" lvl="0" indent="-457200" algn="l" rtl="0">
              <a:lnSpc>
                <a:spcPct val="85000"/>
              </a:lnSpc>
              <a:spcBef>
                <a:spcPts val="0"/>
              </a:spcBef>
              <a:spcAft>
                <a:spcPts val="0"/>
              </a:spcAft>
              <a:buClr>
                <a:schemeClr val="accent2"/>
              </a:buClr>
              <a:buSzPts val="2000"/>
              <a:buFont typeface="+mj-lt"/>
              <a:buAutoNum type="arabicPeriod"/>
            </a:pPr>
            <a:r>
              <a:rPr lang="en" sz="2000" dirty="0">
                <a:solidFill>
                  <a:schemeClr val="accent2"/>
                </a:solidFill>
              </a:rPr>
              <a:t>What strategic role could Canada play in mitigating future heavy crude shortages?</a:t>
            </a:r>
            <a:endParaRPr sz="2000" dirty="0">
              <a:solidFill>
                <a:schemeClr val="accent2"/>
              </a:solidFill>
            </a:endParaRPr>
          </a:p>
        </p:txBody>
      </p:sp>
      <p:pic>
        <p:nvPicPr>
          <p:cNvPr id="865" name="Google Shape;865;p97">
            <a:hlinkClick r:id="rId3"/>
          </p:cNvPr>
          <p:cNvPicPr preferRelativeResize="0"/>
          <p:nvPr/>
        </p:nvPicPr>
        <p:blipFill rotWithShape="1">
          <a:blip r:embed="rId4">
            <a:alphaModFix/>
          </a:blip>
          <a:srcRect l="57857" t="19800" b="20053"/>
          <a:stretch/>
        </p:blipFill>
        <p:spPr>
          <a:xfrm>
            <a:off x="8204381" y="4334656"/>
            <a:ext cx="652474" cy="6981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69"/>
        <p:cNvGrpSpPr/>
        <p:nvPr/>
      </p:nvGrpSpPr>
      <p:grpSpPr>
        <a:xfrm>
          <a:off x="0" y="0"/>
          <a:ext cx="0" cy="0"/>
          <a:chOff x="0" y="0"/>
          <a:chExt cx="0" cy="0"/>
        </a:xfrm>
      </p:grpSpPr>
      <p:sp>
        <p:nvSpPr>
          <p:cNvPr id="870" name="Google Shape;870;p98"/>
          <p:cNvSpPr txBox="1">
            <a:spLocks noGrp="1"/>
          </p:cNvSpPr>
          <p:nvPr>
            <p:ph type="title"/>
          </p:nvPr>
        </p:nvSpPr>
        <p:spPr>
          <a:xfrm>
            <a:off x="402150" y="367175"/>
            <a:ext cx="4227600" cy="2154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000" b="1">
                <a:solidFill>
                  <a:srgbClr val="F1C232"/>
                </a:solidFill>
              </a:rPr>
              <a:t>Results and Analysis</a:t>
            </a:r>
            <a:endParaRPr sz="2000" b="1">
              <a:solidFill>
                <a:srgbClr val="F1C232"/>
              </a:solidFill>
            </a:endParaRPr>
          </a:p>
        </p:txBody>
      </p:sp>
      <p:sp>
        <p:nvSpPr>
          <p:cNvPr id="871" name="Google Shape;871;p98"/>
          <p:cNvSpPr txBox="1">
            <a:spLocks noGrp="1"/>
          </p:cNvSpPr>
          <p:nvPr>
            <p:ph type="subTitle" idx="5"/>
          </p:nvPr>
        </p:nvSpPr>
        <p:spPr>
          <a:xfrm>
            <a:off x="709000" y="858758"/>
            <a:ext cx="7688100" cy="3570000"/>
          </a:xfrm>
          <a:prstGeom prst="rect">
            <a:avLst/>
          </a:prstGeom>
        </p:spPr>
        <p:txBody>
          <a:bodyPr spcFirstLastPara="1" wrap="square" lIns="0" tIns="0" rIns="0" bIns="0" anchor="ctr" anchorCtr="0">
            <a:noAutofit/>
          </a:bodyPr>
          <a:lstStyle/>
          <a:p>
            <a:pPr marL="457200" lvl="0" indent="-355600" algn="l" rtl="0">
              <a:lnSpc>
                <a:spcPct val="85000"/>
              </a:lnSpc>
              <a:spcBef>
                <a:spcPts val="0"/>
              </a:spcBef>
              <a:spcAft>
                <a:spcPts val="0"/>
              </a:spcAft>
              <a:buSzPts val="2000"/>
              <a:buAutoNum type="arabicPeriod"/>
            </a:pPr>
            <a:r>
              <a:rPr lang="en" sz="2000"/>
              <a:t>How has the global mix of heavy crude changed over time?</a:t>
            </a:r>
            <a:br>
              <a:rPr lang="en" sz="2000"/>
            </a:br>
            <a:endParaRPr sz="2000"/>
          </a:p>
          <a:p>
            <a:pPr marL="457200" lvl="0" indent="-355600" algn="l" rtl="0">
              <a:lnSpc>
                <a:spcPct val="85000"/>
              </a:lnSpc>
              <a:spcBef>
                <a:spcPts val="0"/>
              </a:spcBef>
              <a:spcAft>
                <a:spcPts val="0"/>
              </a:spcAft>
              <a:buSzPts val="2000"/>
              <a:buAutoNum type="arabicPeriod"/>
            </a:pPr>
            <a:r>
              <a:rPr lang="en" sz="2000"/>
              <a:t>Which countries produce and consume heavy oil, and how has this changed across historical disruptions?</a:t>
            </a:r>
            <a:br>
              <a:rPr lang="en" sz="2000">
                <a:solidFill>
                  <a:schemeClr val="accent2"/>
                </a:solidFill>
              </a:rPr>
            </a:br>
            <a:endParaRPr sz="2000">
              <a:solidFill>
                <a:schemeClr val="accent2"/>
              </a:solidFill>
            </a:endParaRPr>
          </a:p>
          <a:p>
            <a:pPr marL="457200" lvl="0" indent="-355600" algn="l" rtl="0">
              <a:lnSpc>
                <a:spcPct val="85000"/>
              </a:lnSpc>
              <a:spcBef>
                <a:spcPts val="0"/>
              </a:spcBef>
              <a:spcAft>
                <a:spcPts val="0"/>
              </a:spcAft>
              <a:buSzPts val="2000"/>
              <a:buAutoNum type="arabicPeriod"/>
            </a:pPr>
            <a:r>
              <a:rPr lang="en" sz="2000"/>
              <a:t>Which countries are structurally dependent on heavy crude?</a:t>
            </a:r>
            <a:br>
              <a:rPr lang="en" sz="2000"/>
            </a:br>
            <a:endParaRPr sz="2000"/>
          </a:p>
          <a:p>
            <a:pPr marL="457200" lvl="0" indent="-355600" algn="l" rtl="0">
              <a:lnSpc>
                <a:spcPct val="85000"/>
              </a:lnSpc>
              <a:spcBef>
                <a:spcPts val="0"/>
              </a:spcBef>
              <a:spcAft>
                <a:spcPts val="0"/>
              </a:spcAft>
              <a:buSzPts val="2000"/>
              <a:buAutoNum type="arabicPeriod"/>
            </a:pPr>
            <a:r>
              <a:rPr lang="en" sz="2000"/>
              <a:t>How concentrated is global heavy crude production?</a:t>
            </a:r>
            <a:br>
              <a:rPr lang="en" sz="2000"/>
            </a:br>
            <a:endParaRPr sz="2000"/>
          </a:p>
          <a:p>
            <a:pPr marL="457200" lvl="0" indent="-355600" algn="l" rtl="0">
              <a:lnSpc>
                <a:spcPct val="85000"/>
              </a:lnSpc>
              <a:spcBef>
                <a:spcPts val="0"/>
              </a:spcBef>
              <a:spcAft>
                <a:spcPts val="0"/>
              </a:spcAft>
              <a:buClr>
                <a:schemeClr val="accent2"/>
              </a:buClr>
              <a:buSzPts val="2000"/>
              <a:buAutoNum type="arabicPeriod"/>
            </a:pPr>
            <a:r>
              <a:rPr lang="en" sz="2000">
                <a:solidFill>
                  <a:schemeClr val="accent2"/>
                </a:solidFill>
              </a:rPr>
              <a:t>What strategic role could Canada play in mitigating future heavy crude shortages?</a:t>
            </a:r>
            <a:endParaRPr sz="2000">
              <a:solidFill>
                <a:schemeClr val="accent2"/>
              </a:solidFill>
            </a:endParaRPr>
          </a:p>
        </p:txBody>
      </p:sp>
      <p:pic>
        <p:nvPicPr>
          <p:cNvPr id="872" name="Google Shape;872;p98">
            <a:hlinkClick r:id="rId3"/>
          </p:cNvPr>
          <p:cNvPicPr preferRelativeResize="0"/>
          <p:nvPr/>
        </p:nvPicPr>
        <p:blipFill rotWithShape="1">
          <a:blip r:embed="rId4">
            <a:alphaModFix/>
          </a:blip>
          <a:srcRect l="57857" t="19800" b="20053"/>
          <a:stretch/>
        </p:blipFill>
        <p:spPr>
          <a:xfrm>
            <a:off x="8204381" y="4334656"/>
            <a:ext cx="652474" cy="698150"/>
          </a:xfrm>
          <a:prstGeom prst="rect">
            <a:avLst/>
          </a:prstGeom>
          <a:noFill/>
          <a:ln>
            <a:noFill/>
          </a:ln>
        </p:spPr>
      </p:pic>
      <p:pic>
        <p:nvPicPr>
          <p:cNvPr id="873" name="Google Shape;873;p98"/>
          <p:cNvPicPr preferRelativeResize="0"/>
          <p:nvPr/>
        </p:nvPicPr>
        <p:blipFill>
          <a:blip r:embed="rId5">
            <a:alphaModFix/>
          </a:blip>
          <a:stretch>
            <a:fillRect/>
          </a:stretch>
        </p:blipFill>
        <p:spPr>
          <a:xfrm>
            <a:off x="0" y="9525"/>
            <a:ext cx="9144000" cy="5124450"/>
          </a:xfrm>
          <a:prstGeom prst="rect">
            <a:avLst/>
          </a:prstGeom>
          <a:noFill/>
          <a:ln>
            <a:noFill/>
          </a:ln>
        </p:spPr>
      </p:pic>
      <p:sp>
        <p:nvSpPr>
          <p:cNvPr id="874" name="Google Shape;874;p98"/>
          <p:cNvSpPr/>
          <p:nvPr/>
        </p:nvSpPr>
        <p:spPr>
          <a:xfrm>
            <a:off x="402150" y="1702400"/>
            <a:ext cx="8669700" cy="215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878"/>
        <p:cNvGrpSpPr/>
        <p:nvPr/>
      </p:nvGrpSpPr>
      <p:grpSpPr>
        <a:xfrm>
          <a:off x="0" y="0"/>
          <a:ext cx="0" cy="0"/>
          <a:chOff x="0" y="0"/>
          <a:chExt cx="0" cy="0"/>
        </a:xfrm>
      </p:grpSpPr>
      <p:sp>
        <p:nvSpPr>
          <p:cNvPr id="879" name="Google Shape;879;p99"/>
          <p:cNvSpPr txBox="1">
            <a:spLocks noGrp="1"/>
          </p:cNvSpPr>
          <p:nvPr>
            <p:ph type="title"/>
          </p:nvPr>
        </p:nvSpPr>
        <p:spPr>
          <a:xfrm>
            <a:off x="402150" y="367175"/>
            <a:ext cx="4227600" cy="2154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000" b="1">
                <a:solidFill>
                  <a:srgbClr val="F1C232"/>
                </a:solidFill>
              </a:rPr>
              <a:t>Results and Analysis</a:t>
            </a:r>
            <a:endParaRPr sz="2000" b="1">
              <a:solidFill>
                <a:srgbClr val="F1C232"/>
              </a:solidFill>
            </a:endParaRPr>
          </a:p>
        </p:txBody>
      </p:sp>
      <p:sp>
        <p:nvSpPr>
          <p:cNvPr id="880" name="Google Shape;880;p99"/>
          <p:cNvSpPr txBox="1">
            <a:spLocks noGrp="1"/>
          </p:cNvSpPr>
          <p:nvPr>
            <p:ph type="subTitle" idx="5"/>
          </p:nvPr>
        </p:nvSpPr>
        <p:spPr>
          <a:xfrm>
            <a:off x="709000" y="858758"/>
            <a:ext cx="7688100" cy="3570000"/>
          </a:xfrm>
          <a:prstGeom prst="rect">
            <a:avLst/>
          </a:prstGeom>
        </p:spPr>
        <p:txBody>
          <a:bodyPr spcFirstLastPara="1" wrap="square" lIns="0" tIns="0" rIns="0" bIns="0" anchor="ctr" anchorCtr="0">
            <a:noAutofit/>
          </a:bodyPr>
          <a:lstStyle/>
          <a:p>
            <a:pPr marL="457200" lvl="0" indent="-355600" algn="l" rtl="0">
              <a:lnSpc>
                <a:spcPct val="85000"/>
              </a:lnSpc>
              <a:spcBef>
                <a:spcPts val="0"/>
              </a:spcBef>
              <a:spcAft>
                <a:spcPts val="0"/>
              </a:spcAft>
              <a:buSzPts val="2000"/>
              <a:buAutoNum type="arabicPeriod"/>
            </a:pPr>
            <a:r>
              <a:rPr lang="en" sz="2000"/>
              <a:t>How has the global mix of heavy crude changed over time?</a:t>
            </a:r>
            <a:br>
              <a:rPr lang="en" sz="2000"/>
            </a:br>
            <a:endParaRPr sz="2000"/>
          </a:p>
          <a:p>
            <a:pPr marL="457200" lvl="0" indent="-355600" algn="l" rtl="0">
              <a:lnSpc>
                <a:spcPct val="85000"/>
              </a:lnSpc>
              <a:spcBef>
                <a:spcPts val="0"/>
              </a:spcBef>
              <a:spcAft>
                <a:spcPts val="0"/>
              </a:spcAft>
              <a:buSzPts val="2000"/>
              <a:buAutoNum type="arabicPeriod"/>
            </a:pPr>
            <a:r>
              <a:rPr lang="en" sz="2000"/>
              <a:t>Which countries produce and consume heavy oil, and how has this changed across historical disruptions?</a:t>
            </a:r>
            <a:br>
              <a:rPr lang="en" sz="2000">
                <a:solidFill>
                  <a:schemeClr val="accent2"/>
                </a:solidFill>
              </a:rPr>
            </a:br>
            <a:endParaRPr sz="2000">
              <a:solidFill>
                <a:schemeClr val="accent2"/>
              </a:solidFill>
            </a:endParaRPr>
          </a:p>
          <a:p>
            <a:pPr marL="457200" lvl="0" indent="-355600" algn="l" rtl="0">
              <a:lnSpc>
                <a:spcPct val="85000"/>
              </a:lnSpc>
              <a:spcBef>
                <a:spcPts val="0"/>
              </a:spcBef>
              <a:spcAft>
                <a:spcPts val="0"/>
              </a:spcAft>
              <a:buSzPts val="2000"/>
              <a:buAutoNum type="arabicPeriod"/>
            </a:pPr>
            <a:r>
              <a:rPr lang="en" sz="2000"/>
              <a:t>Which countries are structurally dependent on heavy crude?</a:t>
            </a:r>
            <a:br>
              <a:rPr lang="en" sz="2000"/>
            </a:br>
            <a:endParaRPr sz="2000"/>
          </a:p>
          <a:p>
            <a:pPr marL="457200" lvl="0" indent="-355600" algn="l" rtl="0">
              <a:lnSpc>
                <a:spcPct val="85000"/>
              </a:lnSpc>
              <a:spcBef>
                <a:spcPts val="0"/>
              </a:spcBef>
              <a:spcAft>
                <a:spcPts val="0"/>
              </a:spcAft>
              <a:buSzPts val="2000"/>
              <a:buAutoNum type="arabicPeriod"/>
            </a:pPr>
            <a:r>
              <a:rPr lang="en" sz="2000"/>
              <a:t>How concentrated is global heavy crude production?</a:t>
            </a:r>
            <a:br>
              <a:rPr lang="en" sz="2000"/>
            </a:br>
            <a:endParaRPr sz="2000"/>
          </a:p>
          <a:p>
            <a:pPr marL="457200" lvl="0" indent="-355600" algn="l" rtl="0">
              <a:lnSpc>
                <a:spcPct val="85000"/>
              </a:lnSpc>
              <a:spcBef>
                <a:spcPts val="0"/>
              </a:spcBef>
              <a:spcAft>
                <a:spcPts val="0"/>
              </a:spcAft>
              <a:buClr>
                <a:schemeClr val="accent2"/>
              </a:buClr>
              <a:buSzPts val="2000"/>
              <a:buAutoNum type="arabicPeriod"/>
            </a:pPr>
            <a:r>
              <a:rPr lang="en" sz="2000">
                <a:solidFill>
                  <a:schemeClr val="accent2"/>
                </a:solidFill>
              </a:rPr>
              <a:t>What strategic role could Canada play in mitigating future heavy crude shortages?</a:t>
            </a:r>
            <a:endParaRPr sz="2000">
              <a:solidFill>
                <a:schemeClr val="accent2"/>
              </a:solidFill>
            </a:endParaRPr>
          </a:p>
        </p:txBody>
      </p:sp>
      <p:pic>
        <p:nvPicPr>
          <p:cNvPr id="881" name="Google Shape;881;p99">
            <a:hlinkClick r:id="rId3"/>
          </p:cNvPr>
          <p:cNvPicPr preferRelativeResize="0"/>
          <p:nvPr/>
        </p:nvPicPr>
        <p:blipFill rotWithShape="1">
          <a:blip r:embed="rId4">
            <a:alphaModFix/>
          </a:blip>
          <a:srcRect l="57857" t="19800" b="20053"/>
          <a:stretch/>
        </p:blipFill>
        <p:spPr>
          <a:xfrm>
            <a:off x="8204381" y="4334656"/>
            <a:ext cx="652474" cy="698150"/>
          </a:xfrm>
          <a:prstGeom prst="rect">
            <a:avLst/>
          </a:prstGeom>
          <a:noFill/>
          <a:ln>
            <a:noFill/>
          </a:ln>
        </p:spPr>
      </p:pic>
      <p:pic>
        <p:nvPicPr>
          <p:cNvPr id="882" name="Google Shape;882;p99"/>
          <p:cNvPicPr preferRelativeResize="0"/>
          <p:nvPr/>
        </p:nvPicPr>
        <p:blipFill>
          <a:blip r:embed="rId5">
            <a:alphaModFix/>
          </a:blip>
          <a:stretch>
            <a:fillRect/>
          </a:stretch>
        </p:blipFill>
        <p:spPr>
          <a:xfrm>
            <a:off x="0" y="2388"/>
            <a:ext cx="9143999" cy="5138724"/>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sp>
        <p:nvSpPr>
          <p:cNvPr id="887" name="Google Shape;887;p100"/>
          <p:cNvSpPr txBox="1">
            <a:spLocks noGrp="1"/>
          </p:cNvSpPr>
          <p:nvPr>
            <p:ph type="title"/>
          </p:nvPr>
        </p:nvSpPr>
        <p:spPr>
          <a:xfrm>
            <a:off x="402150" y="367175"/>
            <a:ext cx="4227600" cy="2154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000" b="1">
                <a:solidFill>
                  <a:srgbClr val="F1C232"/>
                </a:solidFill>
              </a:rPr>
              <a:t>Results and Analysis</a:t>
            </a:r>
            <a:endParaRPr sz="2000" b="1">
              <a:solidFill>
                <a:srgbClr val="F1C232"/>
              </a:solidFill>
            </a:endParaRPr>
          </a:p>
        </p:txBody>
      </p:sp>
      <p:sp>
        <p:nvSpPr>
          <p:cNvPr id="888" name="Google Shape;888;p100"/>
          <p:cNvSpPr txBox="1">
            <a:spLocks noGrp="1"/>
          </p:cNvSpPr>
          <p:nvPr>
            <p:ph type="subTitle" idx="5"/>
          </p:nvPr>
        </p:nvSpPr>
        <p:spPr>
          <a:xfrm>
            <a:off x="709000" y="858758"/>
            <a:ext cx="7688100" cy="3570000"/>
          </a:xfrm>
          <a:prstGeom prst="rect">
            <a:avLst/>
          </a:prstGeom>
        </p:spPr>
        <p:txBody>
          <a:bodyPr spcFirstLastPara="1" wrap="square" lIns="0" tIns="0" rIns="0" bIns="0" anchor="ctr" anchorCtr="0">
            <a:noAutofit/>
          </a:bodyPr>
          <a:lstStyle/>
          <a:p>
            <a:pPr marL="457200" lvl="0" indent="-355600" algn="l" rtl="0">
              <a:lnSpc>
                <a:spcPct val="85000"/>
              </a:lnSpc>
              <a:spcBef>
                <a:spcPts val="0"/>
              </a:spcBef>
              <a:spcAft>
                <a:spcPts val="0"/>
              </a:spcAft>
              <a:buSzPts val="2000"/>
              <a:buAutoNum type="arabicPeriod"/>
            </a:pPr>
            <a:r>
              <a:rPr lang="en" sz="2000"/>
              <a:t>How has the global mix of heavy crude changed over time?</a:t>
            </a:r>
            <a:br>
              <a:rPr lang="en" sz="2000"/>
            </a:br>
            <a:endParaRPr sz="2000"/>
          </a:p>
          <a:p>
            <a:pPr marL="457200" lvl="0" indent="-355600" algn="l" rtl="0">
              <a:lnSpc>
                <a:spcPct val="85000"/>
              </a:lnSpc>
              <a:spcBef>
                <a:spcPts val="0"/>
              </a:spcBef>
              <a:spcAft>
                <a:spcPts val="0"/>
              </a:spcAft>
              <a:buSzPts val="2000"/>
              <a:buAutoNum type="arabicPeriod"/>
            </a:pPr>
            <a:r>
              <a:rPr lang="en" sz="2000"/>
              <a:t>Which countries produce and consume heavy oil, and how has this changed across historical disruptions?</a:t>
            </a:r>
            <a:br>
              <a:rPr lang="en" sz="2000">
                <a:solidFill>
                  <a:schemeClr val="accent2"/>
                </a:solidFill>
              </a:rPr>
            </a:br>
            <a:endParaRPr sz="2000">
              <a:solidFill>
                <a:schemeClr val="accent2"/>
              </a:solidFill>
            </a:endParaRPr>
          </a:p>
          <a:p>
            <a:pPr marL="457200" lvl="0" indent="-355600" algn="l" rtl="0">
              <a:lnSpc>
                <a:spcPct val="85000"/>
              </a:lnSpc>
              <a:spcBef>
                <a:spcPts val="0"/>
              </a:spcBef>
              <a:spcAft>
                <a:spcPts val="0"/>
              </a:spcAft>
              <a:buSzPts val="2000"/>
              <a:buAutoNum type="arabicPeriod"/>
            </a:pPr>
            <a:r>
              <a:rPr lang="en" sz="2000"/>
              <a:t>Which countries are structurally dependent on heavy crude?</a:t>
            </a:r>
            <a:br>
              <a:rPr lang="en" sz="2000"/>
            </a:br>
            <a:endParaRPr sz="2000"/>
          </a:p>
          <a:p>
            <a:pPr marL="457200" lvl="0" indent="-355600" algn="l" rtl="0">
              <a:lnSpc>
                <a:spcPct val="85000"/>
              </a:lnSpc>
              <a:spcBef>
                <a:spcPts val="0"/>
              </a:spcBef>
              <a:spcAft>
                <a:spcPts val="0"/>
              </a:spcAft>
              <a:buSzPts val="2000"/>
              <a:buAutoNum type="arabicPeriod"/>
            </a:pPr>
            <a:r>
              <a:rPr lang="en" sz="2000"/>
              <a:t>How concentrated is global heavy crude production?</a:t>
            </a:r>
            <a:br>
              <a:rPr lang="en" sz="2000"/>
            </a:br>
            <a:endParaRPr sz="2000"/>
          </a:p>
          <a:p>
            <a:pPr marL="457200" lvl="0" indent="-355600" algn="l" rtl="0">
              <a:lnSpc>
                <a:spcPct val="85000"/>
              </a:lnSpc>
              <a:spcBef>
                <a:spcPts val="0"/>
              </a:spcBef>
              <a:spcAft>
                <a:spcPts val="0"/>
              </a:spcAft>
              <a:buClr>
                <a:schemeClr val="accent2"/>
              </a:buClr>
              <a:buSzPts val="2000"/>
              <a:buAutoNum type="arabicPeriod"/>
            </a:pPr>
            <a:r>
              <a:rPr lang="en" sz="2000">
                <a:solidFill>
                  <a:schemeClr val="accent2"/>
                </a:solidFill>
              </a:rPr>
              <a:t>What strategic role could Canada play in mitigating future heavy crude shortages?</a:t>
            </a:r>
            <a:endParaRPr sz="2000">
              <a:solidFill>
                <a:schemeClr val="accent2"/>
              </a:solidFill>
            </a:endParaRPr>
          </a:p>
        </p:txBody>
      </p:sp>
      <p:pic>
        <p:nvPicPr>
          <p:cNvPr id="889" name="Google Shape;889;p100">
            <a:hlinkClick r:id="rId3"/>
          </p:cNvPr>
          <p:cNvPicPr preferRelativeResize="0"/>
          <p:nvPr/>
        </p:nvPicPr>
        <p:blipFill rotWithShape="1">
          <a:blip r:embed="rId4">
            <a:alphaModFix/>
          </a:blip>
          <a:srcRect l="57857" t="19800" b="20053"/>
          <a:stretch/>
        </p:blipFill>
        <p:spPr>
          <a:xfrm>
            <a:off x="8204381" y="4334656"/>
            <a:ext cx="652474" cy="698150"/>
          </a:xfrm>
          <a:prstGeom prst="rect">
            <a:avLst/>
          </a:prstGeom>
          <a:noFill/>
          <a:ln>
            <a:noFill/>
          </a:ln>
        </p:spPr>
      </p:pic>
      <p:pic>
        <p:nvPicPr>
          <p:cNvPr id="890" name="Google Shape;890;p100"/>
          <p:cNvPicPr preferRelativeResize="0"/>
          <p:nvPr/>
        </p:nvPicPr>
        <p:blipFill>
          <a:blip r:embed="rId5">
            <a:alphaModFix/>
          </a:blip>
          <a:stretch>
            <a:fillRect/>
          </a:stretch>
        </p:blipFill>
        <p:spPr>
          <a:xfrm>
            <a:off x="0" y="2388"/>
            <a:ext cx="9143999" cy="5138724"/>
          </a:xfrm>
          <a:prstGeom prst="rect">
            <a:avLst/>
          </a:prstGeom>
          <a:noFill/>
          <a:ln>
            <a:noFill/>
          </a:ln>
        </p:spPr>
      </p:pic>
      <p:sp>
        <p:nvSpPr>
          <p:cNvPr id="891" name="Google Shape;891;p100"/>
          <p:cNvSpPr/>
          <p:nvPr/>
        </p:nvSpPr>
        <p:spPr>
          <a:xfrm>
            <a:off x="1868238" y="2571750"/>
            <a:ext cx="2331900" cy="25236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895"/>
        <p:cNvGrpSpPr/>
        <p:nvPr/>
      </p:nvGrpSpPr>
      <p:grpSpPr>
        <a:xfrm>
          <a:off x="0" y="0"/>
          <a:ext cx="0" cy="0"/>
          <a:chOff x="0" y="0"/>
          <a:chExt cx="0" cy="0"/>
        </a:xfrm>
      </p:grpSpPr>
      <p:sp>
        <p:nvSpPr>
          <p:cNvPr id="896" name="Google Shape;896;p101"/>
          <p:cNvSpPr txBox="1">
            <a:spLocks noGrp="1"/>
          </p:cNvSpPr>
          <p:nvPr>
            <p:ph type="title"/>
          </p:nvPr>
        </p:nvSpPr>
        <p:spPr>
          <a:xfrm>
            <a:off x="402150" y="367175"/>
            <a:ext cx="4227600" cy="2154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000" b="1">
                <a:solidFill>
                  <a:srgbClr val="F1C232"/>
                </a:solidFill>
              </a:rPr>
              <a:t>Results and Analysis</a:t>
            </a:r>
            <a:endParaRPr sz="2000" b="1">
              <a:solidFill>
                <a:srgbClr val="F1C232"/>
              </a:solidFill>
            </a:endParaRPr>
          </a:p>
        </p:txBody>
      </p:sp>
      <p:sp>
        <p:nvSpPr>
          <p:cNvPr id="897" name="Google Shape;897;p101"/>
          <p:cNvSpPr txBox="1">
            <a:spLocks noGrp="1"/>
          </p:cNvSpPr>
          <p:nvPr>
            <p:ph type="subTitle" idx="5"/>
          </p:nvPr>
        </p:nvSpPr>
        <p:spPr>
          <a:xfrm>
            <a:off x="709000" y="858758"/>
            <a:ext cx="7688100" cy="3570000"/>
          </a:xfrm>
          <a:prstGeom prst="rect">
            <a:avLst/>
          </a:prstGeom>
        </p:spPr>
        <p:txBody>
          <a:bodyPr spcFirstLastPara="1" wrap="square" lIns="0" tIns="0" rIns="0" bIns="0" anchor="ctr" anchorCtr="0">
            <a:noAutofit/>
          </a:bodyPr>
          <a:lstStyle/>
          <a:p>
            <a:pPr marL="457200" lvl="0" indent="-355600" algn="l" rtl="0">
              <a:lnSpc>
                <a:spcPct val="85000"/>
              </a:lnSpc>
              <a:spcBef>
                <a:spcPts val="0"/>
              </a:spcBef>
              <a:spcAft>
                <a:spcPts val="0"/>
              </a:spcAft>
              <a:buSzPts val="2000"/>
              <a:buAutoNum type="arabicPeriod"/>
            </a:pPr>
            <a:r>
              <a:rPr lang="en" sz="2000"/>
              <a:t>How has the global mix of heavy crude changed over time?</a:t>
            </a:r>
            <a:br>
              <a:rPr lang="en" sz="2000"/>
            </a:br>
            <a:endParaRPr sz="2000"/>
          </a:p>
          <a:p>
            <a:pPr marL="457200" lvl="0" indent="-355600" algn="l" rtl="0">
              <a:lnSpc>
                <a:spcPct val="85000"/>
              </a:lnSpc>
              <a:spcBef>
                <a:spcPts val="0"/>
              </a:spcBef>
              <a:spcAft>
                <a:spcPts val="0"/>
              </a:spcAft>
              <a:buSzPts val="2000"/>
              <a:buAutoNum type="arabicPeriod"/>
            </a:pPr>
            <a:r>
              <a:rPr lang="en" sz="2000"/>
              <a:t>Which countries produce and consume heavy oil, and how has this changed across historical disruptions?</a:t>
            </a:r>
            <a:br>
              <a:rPr lang="en" sz="2000">
                <a:solidFill>
                  <a:schemeClr val="accent2"/>
                </a:solidFill>
              </a:rPr>
            </a:br>
            <a:endParaRPr sz="2000">
              <a:solidFill>
                <a:schemeClr val="accent2"/>
              </a:solidFill>
            </a:endParaRPr>
          </a:p>
          <a:p>
            <a:pPr marL="457200" lvl="0" indent="-355600" algn="l" rtl="0">
              <a:lnSpc>
                <a:spcPct val="85000"/>
              </a:lnSpc>
              <a:spcBef>
                <a:spcPts val="0"/>
              </a:spcBef>
              <a:spcAft>
                <a:spcPts val="0"/>
              </a:spcAft>
              <a:buSzPts val="2000"/>
              <a:buAutoNum type="arabicPeriod"/>
            </a:pPr>
            <a:r>
              <a:rPr lang="en" sz="2000"/>
              <a:t>Which countries are structurally dependent on heavy crude?</a:t>
            </a:r>
            <a:br>
              <a:rPr lang="en" sz="2000"/>
            </a:br>
            <a:endParaRPr sz="2000"/>
          </a:p>
          <a:p>
            <a:pPr marL="457200" lvl="0" indent="-355600" algn="l" rtl="0">
              <a:lnSpc>
                <a:spcPct val="85000"/>
              </a:lnSpc>
              <a:spcBef>
                <a:spcPts val="0"/>
              </a:spcBef>
              <a:spcAft>
                <a:spcPts val="0"/>
              </a:spcAft>
              <a:buSzPts val="2000"/>
              <a:buAutoNum type="arabicPeriod"/>
            </a:pPr>
            <a:r>
              <a:rPr lang="en" sz="2000"/>
              <a:t>How concentrated is global heavy crude production?</a:t>
            </a:r>
            <a:br>
              <a:rPr lang="en" sz="2000"/>
            </a:br>
            <a:endParaRPr sz="2000"/>
          </a:p>
          <a:p>
            <a:pPr marL="457200" lvl="0" indent="-355600" algn="l" rtl="0">
              <a:lnSpc>
                <a:spcPct val="85000"/>
              </a:lnSpc>
              <a:spcBef>
                <a:spcPts val="0"/>
              </a:spcBef>
              <a:spcAft>
                <a:spcPts val="0"/>
              </a:spcAft>
              <a:buClr>
                <a:schemeClr val="accent2"/>
              </a:buClr>
              <a:buSzPts val="2000"/>
              <a:buAutoNum type="arabicPeriod"/>
            </a:pPr>
            <a:r>
              <a:rPr lang="en" sz="2000">
                <a:solidFill>
                  <a:schemeClr val="accent2"/>
                </a:solidFill>
              </a:rPr>
              <a:t>What strategic role could Canada play in mitigating future heavy crude shortages?</a:t>
            </a:r>
            <a:endParaRPr sz="2000">
              <a:solidFill>
                <a:schemeClr val="accent2"/>
              </a:solidFill>
            </a:endParaRPr>
          </a:p>
        </p:txBody>
      </p:sp>
      <p:pic>
        <p:nvPicPr>
          <p:cNvPr id="898" name="Google Shape;898;p101">
            <a:hlinkClick r:id="rId3"/>
          </p:cNvPr>
          <p:cNvPicPr preferRelativeResize="0"/>
          <p:nvPr/>
        </p:nvPicPr>
        <p:blipFill rotWithShape="1">
          <a:blip r:embed="rId4">
            <a:alphaModFix/>
          </a:blip>
          <a:srcRect l="57857" t="19800" b="20053"/>
          <a:stretch/>
        </p:blipFill>
        <p:spPr>
          <a:xfrm>
            <a:off x="8204381" y="4334656"/>
            <a:ext cx="652474" cy="698150"/>
          </a:xfrm>
          <a:prstGeom prst="rect">
            <a:avLst/>
          </a:prstGeom>
          <a:noFill/>
          <a:ln>
            <a:noFill/>
          </a:ln>
        </p:spPr>
      </p:pic>
      <p:pic>
        <p:nvPicPr>
          <p:cNvPr id="899" name="Google Shape;899;p101"/>
          <p:cNvPicPr preferRelativeResize="0"/>
          <p:nvPr/>
        </p:nvPicPr>
        <p:blipFill>
          <a:blip r:embed="rId5">
            <a:alphaModFix/>
          </a:blip>
          <a:stretch>
            <a:fillRect/>
          </a:stretch>
        </p:blipFill>
        <p:spPr>
          <a:xfrm>
            <a:off x="0" y="2388"/>
            <a:ext cx="9143999" cy="5138724"/>
          </a:xfrm>
          <a:prstGeom prst="rect">
            <a:avLst/>
          </a:prstGeom>
          <a:noFill/>
          <a:ln>
            <a:noFill/>
          </a:ln>
        </p:spPr>
      </p:pic>
      <p:sp>
        <p:nvSpPr>
          <p:cNvPr id="900" name="Google Shape;900;p101"/>
          <p:cNvSpPr/>
          <p:nvPr/>
        </p:nvSpPr>
        <p:spPr>
          <a:xfrm>
            <a:off x="1868250" y="1486482"/>
            <a:ext cx="2331900" cy="36120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04"/>
        <p:cNvGrpSpPr/>
        <p:nvPr/>
      </p:nvGrpSpPr>
      <p:grpSpPr>
        <a:xfrm>
          <a:off x="0" y="0"/>
          <a:ext cx="0" cy="0"/>
          <a:chOff x="0" y="0"/>
          <a:chExt cx="0" cy="0"/>
        </a:xfrm>
      </p:grpSpPr>
      <p:sp>
        <p:nvSpPr>
          <p:cNvPr id="905" name="Google Shape;905;p102"/>
          <p:cNvSpPr txBox="1">
            <a:spLocks noGrp="1"/>
          </p:cNvSpPr>
          <p:nvPr>
            <p:ph type="title"/>
          </p:nvPr>
        </p:nvSpPr>
        <p:spPr>
          <a:xfrm>
            <a:off x="402150" y="367175"/>
            <a:ext cx="4227600" cy="2154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000" b="1">
                <a:solidFill>
                  <a:srgbClr val="F1C232"/>
                </a:solidFill>
              </a:rPr>
              <a:t>Results and Analysis</a:t>
            </a:r>
            <a:endParaRPr sz="2000" b="1">
              <a:solidFill>
                <a:srgbClr val="F1C232"/>
              </a:solidFill>
            </a:endParaRPr>
          </a:p>
        </p:txBody>
      </p:sp>
      <p:sp>
        <p:nvSpPr>
          <p:cNvPr id="906" name="Google Shape;906;p102"/>
          <p:cNvSpPr txBox="1">
            <a:spLocks noGrp="1"/>
          </p:cNvSpPr>
          <p:nvPr>
            <p:ph type="subTitle" idx="5"/>
          </p:nvPr>
        </p:nvSpPr>
        <p:spPr>
          <a:xfrm>
            <a:off x="709000" y="858758"/>
            <a:ext cx="7688100" cy="3570000"/>
          </a:xfrm>
          <a:prstGeom prst="rect">
            <a:avLst/>
          </a:prstGeom>
        </p:spPr>
        <p:txBody>
          <a:bodyPr spcFirstLastPara="1" wrap="square" lIns="0" tIns="0" rIns="0" bIns="0" anchor="ctr" anchorCtr="0">
            <a:noAutofit/>
          </a:bodyPr>
          <a:lstStyle/>
          <a:p>
            <a:pPr marL="558800" lvl="0" indent="-457200" algn="l" rtl="0">
              <a:lnSpc>
                <a:spcPct val="85000"/>
              </a:lnSpc>
              <a:spcBef>
                <a:spcPts val="0"/>
              </a:spcBef>
              <a:spcAft>
                <a:spcPts val="0"/>
              </a:spcAft>
              <a:buSzPts val="2000"/>
              <a:buFont typeface="+mj-lt"/>
              <a:buAutoNum type="arabicPeriod"/>
            </a:pPr>
            <a:r>
              <a:rPr lang="en" sz="2000" dirty="0"/>
              <a:t>How has the global mix of heavy crude changed over time?</a:t>
            </a:r>
            <a:br>
              <a:rPr lang="en" sz="2000" dirty="0"/>
            </a:br>
            <a:endParaRPr sz="2000" dirty="0"/>
          </a:p>
          <a:p>
            <a:pPr marL="558800" lvl="0" indent="-457200" algn="l" rtl="0">
              <a:lnSpc>
                <a:spcPct val="85000"/>
              </a:lnSpc>
              <a:spcBef>
                <a:spcPts val="0"/>
              </a:spcBef>
              <a:spcAft>
                <a:spcPts val="0"/>
              </a:spcAft>
              <a:buSzPts val="2000"/>
              <a:buFont typeface="+mj-lt"/>
              <a:buAutoNum type="arabicPeriod"/>
            </a:pPr>
            <a:r>
              <a:rPr lang="en" sz="2000" dirty="0"/>
              <a:t>Which countries produce and consume heavy oil, and how has this changed across historical disruptions?</a:t>
            </a:r>
            <a:br>
              <a:rPr lang="en" sz="2000" dirty="0"/>
            </a:br>
            <a:endParaRPr sz="2000" dirty="0"/>
          </a:p>
          <a:p>
            <a:pPr marL="558800" lvl="0" indent="-457200" algn="l" rtl="0">
              <a:lnSpc>
                <a:spcPct val="85000"/>
              </a:lnSpc>
              <a:spcBef>
                <a:spcPts val="0"/>
              </a:spcBef>
              <a:spcAft>
                <a:spcPts val="0"/>
              </a:spcAft>
              <a:buSzPts val="2000"/>
              <a:buFont typeface="+mj-lt"/>
              <a:buAutoNum type="arabicPeriod"/>
            </a:pPr>
            <a:r>
              <a:rPr lang="en" sz="2000" dirty="0"/>
              <a:t>How concentrated is global heavy crude production?</a:t>
            </a:r>
            <a:br>
              <a:rPr lang="en" sz="2000" dirty="0"/>
            </a:br>
            <a:endParaRPr sz="2000" dirty="0"/>
          </a:p>
          <a:p>
            <a:pPr marL="558800" lvl="0" indent="-457200" algn="l" rtl="0">
              <a:lnSpc>
                <a:spcPct val="85000"/>
              </a:lnSpc>
              <a:spcBef>
                <a:spcPts val="0"/>
              </a:spcBef>
              <a:spcAft>
                <a:spcPts val="0"/>
              </a:spcAft>
              <a:buSzPts val="2000"/>
              <a:buFont typeface="+mj-lt"/>
              <a:buAutoNum type="arabicPeriod"/>
            </a:pPr>
            <a:r>
              <a:rPr lang="en" sz="2000" dirty="0"/>
              <a:t>Which countries are structurally dependent on heavy crude?</a:t>
            </a:r>
            <a:br>
              <a:rPr lang="en" sz="2000" dirty="0"/>
            </a:br>
            <a:endParaRPr sz="2000" dirty="0"/>
          </a:p>
          <a:p>
            <a:pPr marL="558800" lvl="0" indent="-457200" algn="l" rtl="0">
              <a:lnSpc>
                <a:spcPct val="85000"/>
              </a:lnSpc>
              <a:spcBef>
                <a:spcPts val="0"/>
              </a:spcBef>
              <a:spcAft>
                <a:spcPts val="0"/>
              </a:spcAft>
              <a:buSzPts val="2000"/>
              <a:buFont typeface="+mj-lt"/>
              <a:buAutoNum type="arabicPeriod"/>
            </a:pPr>
            <a:r>
              <a:rPr lang="en" sz="2000" dirty="0"/>
              <a:t>What strategic role could Canada play in mitigating future heavy crude shortages?</a:t>
            </a:r>
            <a:endParaRPr sz="2000" dirty="0"/>
          </a:p>
        </p:txBody>
      </p:sp>
      <p:pic>
        <p:nvPicPr>
          <p:cNvPr id="907" name="Google Shape;907;p102">
            <a:hlinkClick r:id="rId3"/>
          </p:cNvPr>
          <p:cNvPicPr preferRelativeResize="0"/>
          <p:nvPr/>
        </p:nvPicPr>
        <p:blipFill rotWithShape="1">
          <a:blip r:embed="rId4">
            <a:alphaModFix/>
          </a:blip>
          <a:srcRect l="57857" t="19800" b="20053"/>
          <a:stretch/>
        </p:blipFill>
        <p:spPr>
          <a:xfrm>
            <a:off x="8204381" y="4334656"/>
            <a:ext cx="652474" cy="6981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11"/>
        <p:cNvGrpSpPr/>
        <p:nvPr/>
      </p:nvGrpSpPr>
      <p:grpSpPr>
        <a:xfrm>
          <a:off x="0" y="0"/>
          <a:ext cx="0" cy="0"/>
          <a:chOff x="0" y="0"/>
          <a:chExt cx="0" cy="0"/>
        </a:xfrm>
      </p:grpSpPr>
      <p:cxnSp>
        <p:nvCxnSpPr>
          <p:cNvPr id="912" name="Google Shape;912;p103"/>
          <p:cNvCxnSpPr/>
          <p:nvPr/>
        </p:nvCxnSpPr>
        <p:spPr>
          <a:xfrm rot="10800000">
            <a:off x="-50" y="667516"/>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913" name="Google Shape;913;p103"/>
          <p:cNvCxnSpPr/>
          <p:nvPr/>
        </p:nvCxnSpPr>
        <p:spPr>
          <a:xfrm rot="10800000">
            <a:off x="-50" y="1751716"/>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914" name="Google Shape;914;p103"/>
          <p:cNvCxnSpPr/>
          <p:nvPr/>
        </p:nvCxnSpPr>
        <p:spPr>
          <a:xfrm rot="10800000">
            <a:off x="-50" y="2832416"/>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915" name="Google Shape;915;p103"/>
          <p:cNvCxnSpPr/>
          <p:nvPr/>
        </p:nvCxnSpPr>
        <p:spPr>
          <a:xfrm rot="10800000">
            <a:off x="-50" y="2721991"/>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916" name="Google Shape;916;p103"/>
          <p:cNvCxnSpPr/>
          <p:nvPr/>
        </p:nvCxnSpPr>
        <p:spPr>
          <a:xfrm rot="10800000">
            <a:off x="-50" y="1641291"/>
            <a:ext cx="9144000" cy="0"/>
          </a:xfrm>
          <a:prstGeom prst="straightConnector1">
            <a:avLst/>
          </a:prstGeom>
          <a:noFill/>
          <a:ln w="9525" cap="flat" cmpd="sng">
            <a:solidFill>
              <a:schemeClr val="dk1"/>
            </a:solidFill>
            <a:prstDash val="solid"/>
            <a:round/>
            <a:headEnd type="none" w="med" len="med"/>
            <a:tailEnd type="none" w="med" len="med"/>
          </a:ln>
        </p:spPr>
      </p:cxnSp>
      <p:sp>
        <p:nvSpPr>
          <p:cNvPr id="917" name="Google Shape;917;p103"/>
          <p:cNvSpPr/>
          <p:nvPr/>
        </p:nvSpPr>
        <p:spPr>
          <a:xfrm>
            <a:off x="4519334" y="1023910"/>
            <a:ext cx="548688" cy="259912"/>
          </a:xfrm>
          <a:custGeom>
            <a:avLst/>
            <a:gdLst/>
            <a:ahLst/>
            <a:cxnLst/>
            <a:rect l="l" t="t" r="r" b="b"/>
            <a:pathLst>
              <a:path w="47712" h="22601" extrusionOk="0">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nter"/>
              <a:ea typeface="Inter"/>
              <a:cs typeface="Inter"/>
              <a:sym typeface="Inter"/>
            </a:endParaRPr>
          </a:p>
        </p:txBody>
      </p:sp>
      <p:sp>
        <p:nvSpPr>
          <p:cNvPr id="918" name="Google Shape;918;p103"/>
          <p:cNvSpPr/>
          <p:nvPr/>
        </p:nvSpPr>
        <p:spPr>
          <a:xfrm>
            <a:off x="4519334" y="2104610"/>
            <a:ext cx="548688" cy="259912"/>
          </a:xfrm>
          <a:custGeom>
            <a:avLst/>
            <a:gdLst/>
            <a:ahLst/>
            <a:cxnLst/>
            <a:rect l="l" t="t" r="r" b="b"/>
            <a:pathLst>
              <a:path w="47712" h="22601" extrusionOk="0">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nter"/>
              <a:ea typeface="Inter"/>
              <a:cs typeface="Inter"/>
              <a:sym typeface="Inter"/>
            </a:endParaRPr>
          </a:p>
        </p:txBody>
      </p:sp>
      <p:sp>
        <p:nvSpPr>
          <p:cNvPr id="919" name="Google Shape;919;p103"/>
          <p:cNvSpPr/>
          <p:nvPr/>
        </p:nvSpPr>
        <p:spPr>
          <a:xfrm>
            <a:off x="4519334" y="3185310"/>
            <a:ext cx="548688" cy="259911"/>
          </a:xfrm>
          <a:custGeom>
            <a:avLst/>
            <a:gdLst/>
            <a:ahLst/>
            <a:cxnLst/>
            <a:rect l="l" t="t" r="r" b="b"/>
            <a:pathLst>
              <a:path w="47712" h="22601" extrusionOk="0">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nter"/>
              <a:ea typeface="Inter"/>
              <a:cs typeface="Inter"/>
              <a:sym typeface="Inter"/>
            </a:endParaRPr>
          </a:p>
        </p:txBody>
      </p:sp>
      <p:sp>
        <p:nvSpPr>
          <p:cNvPr id="920" name="Google Shape;920;p103"/>
          <p:cNvSpPr txBox="1">
            <a:spLocks noGrp="1"/>
          </p:cNvSpPr>
          <p:nvPr>
            <p:ph type="title"/>
          </p:nvPr>
        </p:nvSpPr>
        <p:spPr>
          <a:xfrm>
            <a:off x="283850" y="285900"/>
            <a:ext cx="4227600" cy="261600"/>
          </a:xfrm>
          <a:prstGeom prst="rect">
            <a:avLst/>
          </a:prstGeom>
        </p:spPr>
        <p:txBody>
          <a:bodyPr spcFirstLastPara="1" wrap="square" lIns="0" tIns="0" rIns="0" bIns="0" anchor="t" anchorCtr="0">
            <a:spAutoFit/>
          </a:bodyPr>
          <a:lstStyle/>
          <a:p>
            <a:pPr marL="0" lvl="0" indent="0" algn="l" rtl="0">
              <a:spcBef>
                <a:spcPts val="0"/>
              </a:spcBef>
              <a:spcAft>
                <a:spcPts val="0"/>
              </a:spcAft>
              <a:buNone/>
            </a:pPr>
            <a:r>
              <a:rPr lang="en" sz="2000" b="1">
                <a:solidFill>
                  <a:srgbClr val="F1C232"/>
                </a:solidFill>
              </a:rPr>
              <a:t>Limitations and Next Steps</a:t>
            </a:r>
            <a:endParaRPr sz="2000" b="1">
              <a:solidFill>
                <a:srgbClr val="F1C232"/>
              </a:solidFill>
            </a:endParaRPr>
          </a:p>
        </p:txBody>
      </p:sp>
      <p:sp>
        <p:nvSpPr>
          <p:cNvPr id="921" name="Google Shape;921;p103"/>
          <p:cNvSpPr txBox="1">
            <a:spLocks noGrp="1"/>
          </p:cNvSpPr>
          <p:nvPr>
            <p:ph type="body" idx="1"/>
          </p:nvPr>
        </p:nvSpPr>
        <p:spPr>
          <a:xfrm>
            <a:off x="5276850" y="670375"/>
            <a:ext cx="3789300" cy="972000"/>
          </a:xfrm>
          <a:prstGeom prst="rect">
            <a:avLst/>
          </a:prstGeom>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 sz="1400" dirty="0">
                <a:solidFill>
                  <a:schemeClr val="dk1"/>
                </a:solidFill>
                <a:latin typeface="Calibri"/>
                <a:ea typeface="Calibri"/>
                <a:cs typeface="Calibri"/>
                <a:sym typeface="Calibri"/>
              </a:rPr>
              <a:t>Improve our country-level heavy crude production assumptions or use a proxy for heavy crude production.</a:t>
            </a:r>
            <a:endParaRPr sz="1400" dirty="0">
              <a:solidFill>
                <a:schemeClr val="dk1"/>
              </a:solidFill>
              <a:latin typeface="Calibri"/>
              <a:ea typeface="Calibri"/>
              <a:cs typeface="Calibri"/>
              <a:sym typeface="Calibri"/>
            </a:endParaRPr>
          </a:p>
        </p:txBody>
      </p:sp>
      <p:sp>
        <p:nvSpPr>
          <p:cNvPr id="922" name="Google Shape;922;p103"/>
          <p:cNvSpPr txBox="1">
            <a:spLocks noGrp="1"/>
          </p:cNvSpPr>
          <p:nvPr>
            <p:ph type="body" idx="2"/>
          </p:nvPr>
        </p:nvSpPr>
        <p:spPr>
          <a:xfrm>
            <a:off x="5276725" y="1751925"/>
            <a:ext cx="3789300" cy="9720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1400" dirty="0">
                <a:solidFill>
                  <a:schemeClr val="dk1"/>
                </a:solidFill>
                <a:latin typeface="Calibri"/>
                <a:ea typeface="Calibri"/>
                <a:cs typeface="Calibri"/>
                <a:sym typeface="Calibri"/>
              </a:rPr>
              <a:t>Targeted research into expected heavy crude production in a given country</a:t>
            </a:r>
            <a:endParaRPr sz="1400" dirty="0">
              <a:solidFill>
                <a:schemeClr val="dk1"/>
              </a:solidFill>
            </a:endParaRPr>
          </a:p>
        </p:txBody>
      </p:sp>
      <p:sp>
        <p:nvSpPr>
          <p:cNvPr id="923" name="Google Shape;923;p103"/>
          <p:cNvSpPr txBox="1">
            <a:spLocks noGrp="1"/>
          </p:cNvSpPr>
          <p:nvPr>
            <p:ph type="subTitle" idx="6"/>
          </p:nvPr>
        </p:nvSpPr>
        <p:spPr>
          <a:xfrm>
            <a:off x="288625" y="671025"/>
            <a:ext cx="4227600" cy="972000"/>
          </a:xfrm>
          <a:prstGeom prst="rect">
            <a:avLst/>
          </a:prstGeom>
        </p:spPr>
        <p:txBody>
          <a:bodyPr spcFirstLastPara="1" wrap="square" lIns="0" tIns="0" rIns="0" bIns="0" anchor="ctr" anchorCtr="0">
            <a:normAutofit/>
          </a:bodyPr>
          <a:lstStyle/>
          <a:p>
            <a:pPr marL="0" lvl="0" indent="0" algn="l" rtl="0">
              <a:lnSpc>
                <a:spcPct val="80000"/>
              </a:lnSpc>
              <a:spcBef>
                <a:spcPts val="0"/>
              </a:spcBef>
              <a:spcAft>
                <a:spcPts val="0"/>
              </a:spcAft>
              <a:buNone/>
            </a:pPr>
            <a:r>
              <a:rPr lang="en" sz="2700">
                <a:solidFill>
                  <a:schemeClr val="dk1"/>
                </a:solidFill>
              </a:rPr>
              <a:t>Improve heavy crude estimates</a:t>
            </a:r>
            <a:endParaRPr sz="2700">
              <a:solidFill>
                <a:schemeClr val="dk1"/>
              </a:solidFill>
            </a:endParaRPr>
          </a:p>
        </p:txBody>
      </p:sp>
      <p:sp>
        <p:nvSpPr>
          <p:cNvPr id="924" name="Google Shape;924;p103"/>
          <p:cNvSpPr txBox="1">
            <a:spLocks noGrp="1"/>
          </p:cNvSpPr>
          <p:nvPr>
            <p:ph type="subTitle" idx="7"/>
          </p:nvPr>
        </p:nvSpPr>
        <p:spPr>
          <a:xfrm>
            <a:off x="288625" y="1751725"/>
            <a:ext cx="4227600" cy="972000"/>
          </a:xfrm>
          <a:prstGeom prst="rect">
            <a:avLst/>
          </a:prstGeom>
        </p:spPr>
        <p:txBody>
          <a:bodyPr spcFirstLastPara="1" wrap="square" lIns="0" tIns="0" rIns="0" bIns="0" anchor="ctr" anchorCtr="0">
            <a:normAutofit/>
          </a:bodyPr>
          <a:lstStyle/>
          <a:p>
            <a:pPr marL="0" lvl="0" indent="0" algn="l" rtl="0">
              <a:spcBef>
                <a:spcPts val="0"/>
              </a:spcBef>
              <a:spcAft>
                <a:spcPts val="0"/>
              </a:spcAft>
              <a:buSzPts val="1018"/>
              <a:buNone/>
            </a:pPr>
            <a:r>
              <a:rPr lang="en" sz="2745">
                <a:solidFill>
                  <a:schemeClr val="dk1"/>
                </a:solidFill>
              </a:rPr>
              <a:t>Improve heavy crude forecasting</a:t>
            </a:r>
            <a:endParaRPr sz="2745">
              <a:solidFill>
                <a:schemeClr val="dk1"/>
              </a:solidFill>
            </a:endParaRPr>
          </a:p>
        </p:txBody>
      </p:sp>
      <p:sp>
        <p:nvSpPr>
          <p:cNvPr id="925" name="Google Shape;925;p103"/>
          <p:cNvSpPr txBox="1">
            <a:spLocks noGrp="1"/>
          </p:cNvSpPr>
          <p:nvPr>
            <p:ph type="subTitle" idx="8"/>
          </p:nvPr>
        </p:nvSpPr>
        <p:spPr>
          <a:xfrm>
            <a:off x="288625" y="2832425"/>
            <a:ext cx="4227600" cy="972000"/>
          </a:xfrm>
          <a:prstGeom prst="rect">
            <a:avLst/>
          </a:prstGeom>
        </p:spPr>
        <p:txBody>
          <a:bodyPr spcFirstLastPara="1" wrap="square" lIns="0" tIns="0" rIns="0" bIns="0" anchor="ctr" anchorCtr="0">
            <a:normAutofit/>
          </a:bodyPr>
          <a:lstStyle/>
          <a:p>
            <a:pPr marL="0" lvl="0" indent="0" algn="l" rtl="0">
              <a:spcBef>
                <a:spcPts val="0"/>
              </a:spcBef>
              <a:spcAft>
                <a:spcPts val="0"/>
              </a:spcAft>
              <a:buNone/>
            </a:pPr>
            <a:r>
              <a:rPr lang="en" sz="2700">
                <a:solidFill>
                  <a:schemeClr val="dk1"/>
                </a:solidFill>
              </a:rPr>
              <a:t>Inclusion of additional exogenous variables</a:t>
            </a:r>
            <a:endParaRPr sz="2700">
              <a:solidFill>
                <a:schemeClr val="dk1"/>
              </a:solidFill>
            </a:endParaRPr>
          </a:p>
        </p:txBody>
      </p:sp>
      <p:sp>
        <p:nvSpPr>
          <p:cNvPr id="926" name="Google Shape;926;p103"/>
          <p:cNvSpPr txBox="1">
            <a:spLocks noGrp="1"/>
          </p:cNvSpPr>
          <p:nvPr>
            <p:ph type="body" idx="3"/>
          </p:nvPr>
        </p:nvSpPr>
        <p:spPr>
          <a:xfrm>
            <a:off x="5276925" y="2823250"/>
            <a:ext cx="3789300" cy="9720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1400" dirty="0">
                <a:solidFill>
                  <a:schemeClr val="dk1"/>
                </a:solidFill>
                <a:latin typeface="Calibri"/>
                <a:ea typeface="Calibri"/>
                <a:cs typeface="Calibri"/>
                <a:sym typeface="Calibri"/>
              </a:rPr>
              <a:t>More external variables, such as commodity prices/futures, could improve forecast accuracy.</a:t>
            </a:r>
            <a:endParaRPr sz="1400" dirty="0">
              <a:solidFill>
                <a:schemeClr val="dk1"/>
              </a:solidFill>
              <a:latin typeface="Calibri"/>
              <a:ea typeface="Calibri"/>
              <a:cs typeface="Calibri"/>
              <a:sym typeface="Calibri"/>
            </a:endParaRPr>
          </a:p>
        </p:txBody>
      </p:sp>
      <p:sp>
        <p:nvSpPr>
          <p:cNvPr id="927" name="Google Shape;927;p103"/>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p>
            <a:pPr marL="0" lvl="0" indent="0" algn="r" rtl="0">
              <a:spcBef>
                <a:spcPts val="0"/>
              </a:spcBef>
              <a:spcAft>
                <a:spcPts val="0"/>
              </a:spcAft>
              <a:buNone/>
            </a:pPr>
            <a:fld id="{00000000-1234-1234-1234-123412341234}" type="slidenum">
              <a:rPr lang="en"/>
              <a:t>42</a:t>
            </a:fld>
            <a:endParaRPr/>
          </a:p>
        </p:txBody>
      </p:sp>
      <p:cxnSp>
        <p:nvCxnSpPr>
          <p:cNvPr id="928" name="Google Shape;928;p103"/>
          <p:cNvCxnSpPr/>
          <p:nvPr/>
        </p:nvCxnSpPr>
        <p:spPr>
          <a:xfrm rot="10800000">
            <a:off x="-50" y="3798116"/>
            <a:ext cx="9144000" cy="0"/>
          </a:xfrm>
          <a:prstGeom prst="straightConnector1">
            <a:avLst/>
          </a:prstGeom>
          <a:noFill/>
          <a:ln w="9525" cap="flat" cmpd="sng">
            <a:solidFill>
              <a:schemeClr val="dk1"/>
            </a:solidFill>
            <a:prstDash val="solid"/>
            <a:round/>
            <a:headEnd type="none" w="med" len="med"/>
            <a:tailEnd type="none" w="med" len="med"/>
          </a:ln>
        </p:spPr>
      </p:cxnSp>
      <p:cxnSp>
        <p:nvCxnSpPr>
          <p:cNvPr id="929" name="Google Shape;929;p103"/>
          <p:cNvCxnSpPr/>
          <p:nvPr/>
        </p:nvCxnSpPr>
        <p:spPr>
          <a:xfrm rot="10800000">
            <a:off x="-18167" y="3912004"/>
            <a:ext cx="9144000" cy="0"/>
          </a:xfrm>
          <a:prstGeom prst="straightConnector1">
            <a:avLst/>
          </a:prstGeom>
          <a:noFill/>
          <a:ln w="9525" cap="flat" cmpd="sng">
            <a:solidFill>
              <a:schemeClr val="dk1"/>
            </a:solidFill>
            <a:prstDash val="solid"/>
            <a:round/>
            <a:headEnd type="none" w="med" len="med"/>
            <a:tailEnd type="none" w="med" len="med"/>
          </a:ln>
        </p:spPr>
      </p:cxnSp>
      <p:sp>
        <p:nvSpPr>
          <p:cNvPr id="930" name="Google Shape;930;p103"/>
          <p:cNvSpPr/>
          <p:nvPr/>
        </p:nvSpPr>
        <p:spPr>
          <a:xfrm>
            <a:off x="4501216" y="4264899"/>
            <a:ext cx="548688" cy="259911"/>
          </a:xfrm>
          <a:custGeom>
            <a:avLst/>
            <a:gdLst/>
            <a:ahLst/>
            <a:cxnLst/>
            <a:rect l="l" t="t" r="r" b="b"/>
            <a:pathLst>
              <a:path w="47712" h="22601" extrusionOk="0">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nter"/>
              <a:ea typeface="Inter"/>
              <a:cs typeface="Inter"/>
              <a:sym typeface="Inter"/>
            </a:endParaRPr>
          </a:p>
        </p:txBody>
      </p:sp>
      <p:sp>
        <p:nvSpPr>
          <p:cNvPr id="931" name="Google Shape;931;p103"/>
          <p:cNvSpPr txBox="1">
            <a:spLocks noGrp="1"/>
          </p:cNvSpPr>
          <p:nvPr>
            <p:ph type="subTitle" idx="8"/>
          </p:nvPr>
        </p:nvSpPr>
        <p:spPr>
          <a:xfrm>
            <a:off x="270500" y="3912000"/>
            <a:ext cx="4227600" cy="972000"/>
          </a:xfrm>
          <a:prstGeom prst="rect">
            <a:avLst/>
          </a:prstGeom>
        </p:spPr>
        <p:txBody>
          <a:bodyPr spcFirstLastPara="1" wrap="square" lIns="0" tIns="0" rIns="0" bIns="0" anchor="ctr" anchorCtr="0">
            <a:normAutofit/>
          </a:bodyPr>
          <a:lstStyle/>
          <a:p>
            <a:pPr marL="0" lvl="0" indent="0" algn="l" rtl="0">
              <a:lnSpc>
                <a:spcPct val="70000"/>
              </a:lnSpc>
              <a:spcBef>
                <a:spcPts val="0"/>
              </a:spcBef>
              <a:spcAft>
                <a:spcPts val="0"/>
              </a:spcAft>
              <a:buSzPts val="853"/>
              <a:buNone/>
            </a:pPr>
            <a:r>
              <a:rPr lang="en" sz="2700">
                <a:solidFill>
                  <a:schemeClr val="dk1"/>
                </a:solidFill>
              </a:rPr>
              <a:t>Further model optimization</a:t>
            </a:r>
            <a:endParaRPr sz="2700">
              <a:solidFill>
                <a:schemeClr val="dk1"/>
              </a:solidFill>
            </a:endParaRPr>
          </a:p>
        </p:txBody>
      </p:sp>
      <p:sp>
        <p:nvSpPr>
          <p:cNvPr id="932" name="Google Shape;932;p103"/>
          <p:cNvSpPr txBox="1">
            <a:spLocks noGrp="1"/>
          </p:cNvSpPr>
          <p:nvPr>
            <p:ph type="body" idx="3"/>
          </p:nvPr>
        </p:nvSpPr>
        <p:spPr>
          <a:xfrm>
            <a:off x="5277025" y="3902850"/>
            <a:ext cx="3789300" cy="9720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sz="1400" dirty="0">
                <a:solidFill>
                  <a:schemeClr val="dk1"/>
                </a:solidFill>
                <a:latin typeface="Calibri"/>
                <a:ea typeface="Calibri"/>
                <a:cs typeface="Calibri"/>
                <a:sym typeface="Calibri"/>
              </a:rPr>
              <a:t>Conduct optimization of Prophet parameters. Try different training and validation sets and test different lags for external variables.</a:t>
            </a:r>
            <a:endParaRPr sz="1400" dirty="0">
              <a:solidFill>
                <a:schemeClr val="dk1"/>
              </a:solidFill>
              <a:latin typeface="Calibri"/>
              <a:ea typeface="Calibri"/>
              <a:cs typeface="Calibri"/>
              <a:sym typeface="Calibri"/>
            </a:endParaRPr>
          </a:p>
        </p:txBody>
      </p:sp>
      <p:cxnSp>
        <p:nvCxnSpPr>
          <p:cNvPr id="933" name="Google Shape;933;p103"/>
          <p:cNvCxnSpPr/>
          <p:nvPr/>
        </p:nvCxnSpPr>
        <p:spPr>
          <a:xfrm rot="10800000">
            <a:off x="-18167" y="4877704"/>
            <a:ext cx="91440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roject timeline/workflow presentation | Style 2 | Subway">
  <a:themeElements>
    <a:clrScheme name="Simple Light">
      <a:dk1>
        <a:srgbClr val="FAFAFA"/>
      </a:dk1>
      <a:lt1>
        <a:srgbClr val="000000"/>
      </a:lt1>
      <a:dk2>
        <a:srgbClr val="F0EEE2"/>
      </a:dk2>
      <a:lt2>
        <a:srgbClr val="B7B7B7"/>
      </a:lt2>
      <a:accent1>
        <a:srgbClr val="FFDD04"/>
      </a:accent1>
      <a:accent2>
        <a:srgbClr val="FFEE9B"/>
      </a:accent2>
      <a:accent3>
        <a:srgbClr val="2443FF"/>
      </a:accent3>
      <a:accent4>
        <a:srgbClr val="92A1FF"/>
      </a:accent4>
      <a:accent5>
        <a:srgbClr val="F8992B"/>
      </a:accent5>
      <a:accent6>
        <a:srgbClr val="FDCC9C"/>
      </a:accent6>
      <a:hlink>
        <a:srgbClr val="FF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TotalTime>
  <Words>4653</Words>
  <Application>Microsoft Office PowerPoint</Application>
  <PresentationFormat>On-screen Show (16:9)</PresentationFormat>
  <Paragraphs>419</Paragraphs>
  <Slides>42</Slides>
  <Notes>42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42</vt:i4>
      </vt:variant>
    </vt:vector>
  </HeadingPairs>
  <TitlesOfParts>
    <vt:vector size="48" baseType="lpstr">
      <vt:lpstr>Calibri</vt:lpstr>
      <vt:lpstr>Nunito</vt:lpstr>
      <vt:lpstr>Inter</vt:lpstr>
      <vt:lpstr>Arial</vt:lpstr>
      <vt:lpstr>Simple Light</vt:lpstr>
      <vt:lpstr>Project timeline/workflow presentation | Style 2 | Subway</vt:lpstr>
      <vt:lpstr>Industry Capstone Symposium</vt:lpstr>
      <vt:lpstr>Contents</vt:lpstr>
      <vt:lpstr>Introduction &amp; Background</vt:lpstr>
      <vt:lpstr>Event Scenarios for Modeling</vt:lpstr>
      <vt:lpstr>The Problem</vt:lpstr>
      <vt:lpstr>The Solution</vt:lpstr>
      <vt:lpstr>Research and Data Sources</vt:lpstr>
      <vt:lpstr>The Deliverables</vt:lpstr>
      <vt:lpstr>Methodology</vt:lpstr>
      <vt:lpstr>Heavy Crude Estimation</vt:lpstr>
      <vt:lpstr>Time Series Forecasting  “Baseline” Modelling</vt:lpstr>
      <vt:lpstr>Time Series Forecasting  “Scenario” Modelling</vt:lpstr>
      <vt:lpstr>Canada’s Risk Index</vt:lpstr>
      <vt:lpstr>Results and Analysis</vt:lpstr>
      <vt:lpstr>Results and Analysis</vt:lpstr>
      <vt:lpstr>PowerPoint Presentation</vt:lpstr>
      <vt:lpstr>PowerPoint Presentation</vt:lpstr>
      <vt:lpstr>PowerPoint Presentation</vt:lpstr>
      <vt:lpstr>Results and Analysis</vt:lpstr>
      <vt:lpstr>Results and Analysis</vt:lpstr>
      <vt:lpstr>Results and Analysis</vt:lpstr>
      <vt:lpstr>Results and Analysis</vt:lpstr>
      <vt:lpstr>Results and Analysis</vt:lpstr>
      <vt:lpstr>Results and Analysis</vt:lpstr>
      <vt:lpstr>Results and Analysis</vt:lpstr>
      <vt:lpstr>Results and Analysis</vt:lpstr>
      <vt:lpstr>Results and Analysis</vt:lpstr>
      <vt:lpstr>Results and Analysis</vt:lpstr>
      <vt:lpstr>Results and Analysis</vt:lpstr>
      <vt:lpstr>Results and Analysis</vt:lpstr>
      <vt:lpstr>Results and Analysis</vt:lpstr>
      <vt:lpstr>Results and Analysis</vt:lpstr>
      <vt:lpstr>Results and Analysis</vt:lpstr>
      <vt:lpstr>Results and Analysis</vt:lpstr>
      <vt:lpstr>Results and Analysis</vt:lpstr>
      <vt:lpstr>Results and Analysis</vt:lpstr>
      <vt:lpstr>Results and Analysis</vt:lpstr>
      <vt:lpstr>Results and Analysis</vt:lpstr>
      <vt:lpstr>Results and Analysis</vt:lpstr>
      <vt:lpstr>Results and Analysis</vt:lpstr>
      <vt:lpstr>Results and Analysis</vt:lpstr>
      <vt:lpstr>Limitations and 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Yu Ling Wong</cp:lastModifiedBy>
  <cp:revision>6</cp:revision>
  <dcterms:modified xsi:type="dcterms:W3CDTF">2026-08-28T10:19:27Z</dcterms:modified>
</cp:coreProperties>
</file>